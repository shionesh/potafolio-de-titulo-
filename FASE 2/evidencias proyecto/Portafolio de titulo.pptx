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ebas Neue Cyrillic" charset="1" panose="02000506000000020004"/>
      <p:regular r:id="rId24"/>
    </p:embeddedFont>
    <p:embeddedFont>
      <p:font typeface="Bebas Neue" charset="1" panose="00000500000000000000"/>
      <p:regular r:id="rId25"/>
    </p:embeddedFont>
    <p:embeddedFont>
      <p:font typeface="Raleway" charset="1" panose="020B0503030101060003"/>
      <p:regular r:id="rId26"/>
    </p:embeddedFont>
    <p:embeddedFont>
      <p:font typeface="Raleway Bold" charset="1" panose="020B0803030101060003"/>
      <p:regular r:id="rId27"/>
    </p:embeddedFont>
    <p:embeddedFont>
      <p:font typeface="Bebas Neue Bold" charset="1" panose="020B0606020202050201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Relationship Id="rId7" Target="../media/image2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2546" y="-535802"/>
            <a:ext cx="2176243" cy="11337939"/>
            <a:chOff x="0" y="0"/>
            <a:chExt cx="573167" cy="2986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3167" cy="2986124"/>
            </a:xfrm>
            <a:custGeom>
              <a:avLst/>
              <a:gdLst/>
              <a:ahLst/>
              <a:cxnLst/>
              <a:rect r="r" b="b" t="t" l="l"/>
              <a:pathLst>
                <a:path h="2986124" w="573167">
                  <a:moveTo>
                    <a:pt x="0" y="0"/>
                  </a:moveTo>
                  <a:lnTo>
                    <a:pt x="573167" y="0"/>
                  </a:lnTo>
                  <a:lnTo>
                    <a:pt x="573167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3167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2008932" y="7484837"/>
            <a:ext cx="191413" cy="708937"/>
          </a:xfrm>
          <a:custGeom>
            <a:avLst/>
            <a:gdLst/>
            <a:ahLst/>
            <a:cxnLst/>
            <a:rect r="r" b="b" t="t" l="l"/>
            <a:pathLst>
              <a:path h="708937" w="191413">
                <a:moveTo>
                  <a:pt x="0" y="0"/>
                </a:moveTo>
                <a:lnTo>
                  <a:pt x="191413" y="0"/>
                </a:lnTo>
                <a:lnTo>
                  <a:pt x="191413" y="708937"/>
                </a:lnTo>
                <a:lnTo>
                  <a:pt x="0" y="70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232156" y="605713"/>
            <a:ext cx="6606625" cy="9054908"/>
            <a:chOff x="0" y="0"/>
            <a:chExt cx="6383249" cy="87487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48908" y="396173"/>
              <a:ext cx="5085444" cy="7956401"/>
            </a:xfrm>
            <a:custGeom>
              <a:avLst/>
              <a:gdLst/>
              <a:ahLst/>
              <a:cxnLst/>
              <a:rect r="r" b="b" t="t" l="l"/>
              <a:pathLst>
                <a:path h="7956401" w="5085444">
                  <a:moveTo>
                    <a:pt x="2542716" y="7956401"/>
                  </a:moveTo>
                  <a:cubicBezTo>
                    <a:pt x="1140657" y="7956401"/>
                    <a:pt x="0" y="6815733"/>
                    <a:pt x="0" y="5413673"/>
                  </a:cubicBezTo>
                  <a:lnTo>
                    <a:pt x="0" y="2542723"/>
                  </a:lnTo>
                  <a:cubicBezTo>
                    <a:pt x="0" y="1140663"/>
                    <a:pt x="1140655" y="0"/>
                    <a:pt x="2542716" y="0"/>
                  </a:cubicBezTo>
                  <a:cubicBezTo>
                    <a:pt x="3944777" y="0"/>
                    <a:pt x="5085444" y="1140662"/>
                    <a:pt x="5085444" y="2542723"/>
                  </a:cubicBezTo>
                  <a:lnTo>
                    <a:pt x="5085444" y="5413673"/>
                  </a:lnTo>
                  <a:cubicBezTo>
                    <a:pt x="5085445" y="6815733"/>
                    <a:pt x="3944777" y="7956401"/>
                    <a:pt x="2542716" y="7956401"/>
                  </a:cubicBezTo>
                  <a:close/>
                </a:path>
              </a:pathLst>
            </a:custGeom>
            <a:blipFill>
              <a:blip r:embed="rId4"/>
              <a:stretch>
                <a:fillRect l="-12581" t="0" r="-125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" y="5650"/>
              <a:ext cx="6383236" cy="8737452"/>
            </a:xfrm>
            <a:custGeom>
              <a:avLst/>
              <a:gdLst/>
              <a:ahLst/>
              <a:cxnLst/>
              <a:rect r="r" b="b" t="t" l="l"/>
              <a:pathLst>
                <a:path h="8737452" w="6383236">
                  <a:moveTo>
                    <a:pt x="3191610" y="380999"/>
                  </a:moveTo>
                  <a:cubicBezTo>
                    <a:pt x="1784298" y="380999"/>
                    <a:pt x="639369" y="1525933"/>
                    <a:pt x="639369" y="2933247"/>
                  </a:cubicBezTo>
                  <a:lnTo>
                    <a:pt x="639369" y="5804197"/>
                  </a:lnTo>
                  <a:cubicBezTo>
                    <a:pt x="639369" y="7211516"/>
                    <a:pt x="1784298" y="8356450"/>
                    <a:pt x="3191610" y="8356450"/>
                  </a:cubicBezTo>
                  <a:cubicBezTo>
                    <a:pt x="4598929" y="8356450"/>
                    <a:pt x="5743863" y="7211516"/>
                    <a:pt x="5743863" y="5804198"/>
                  </a:cubicBezTo>
                  <a:lnTo>
                    <a:pt x="5743863" y="2933246"/>
                  </a:lnTo>
                  <a:cubicBezTo>
                    <a:pt x="5743864" y="1525933"/>
                    <a:pt x="4598929" y="380999"/>
                    <a:pt x="3191610" y="380999"/>
                  </a:cubicBezTo>
                  <a:close/>
                  <a:moveTo>
                    <a:pt x="5724814" y="5804196"/>
                  </a:moveTo>
                  <a:cubicBezTo>
                    <a:pt x="5724814" y="7201011"/>
                    <a:pt x="4588425" y="8337399"/>
                    <a:pt x="3191612" y="8337399"/>
                  </a:cubicBezTo>
                  <a:cubicBezTo>
                    <a:pt x="1794803" y="8337399"/>
                    <a:pt x="658420" y="7201009"/>
                    <a:pt x="658420" y="5804196"/>
                  </a:cubicBezTo>
                  <a:lnTo>
                    <a:pt x="658420" y="2933246"/>
                  </a:lnTo>
                  <a:cubicBezTo>
                    <a:pt x="658420" y="1536437"/>
                    <a:pt x="1794803" y="400048"/>
                    <a:pt x="3191612" y="400048"/>
                  </a:cubicBezTo>
                  <a:cubicBezTo>
                    <a:pt x="4588426" y="400048"/>
                    <a:pt x="5724814" y="1536437"/>
                    <a:pt x="5724814" y="2933246"/>
                  </a:cubicBezTo>
                  <a:lnTo>
                    <a:pt x="5724814" y="5804196"/>
                  </a:lnTo>
                  <a:close/>
                  <a:moveTo>
                    <a:pt x="6124864" y="4188866"/>
                  </a:moveTo>
                  <a:lnTo>
                    <a:pt x="6124864" y="2933247"/>
                  </a:lnTo>
                  <a:cubicBezTo>
                    <a:pt x="6124864" y="2149753"/>
                    <a:pt x="5819754" y="1413147"/>
                    <a:pt x="5265741" y="859135"/>
                  </a:cubicBezTo>
                  <a:cubicBezTo>
                    <a:pt x="4711717" y="305110"/>
                    <a:pt x="3975117" y="0"/>
                    <a:pt x="3191610" y="0"/>
                  </a:cubicBezTo>
                  <a:cubicBezTo>
                    <a:pt x="2408111" y="0"/>
                    <a:pt x="1671511" y="305110"/>
                    <a:pt x="1117492" y="859135"/>
                  </a:cubicBezTo>
                  <a:cubicBezTo>
                    <a:pt x="563479" y="1413147"/>
                    <a:pt x="258369" y="2149753"/>
                    <a:pt x="258369" y="2933247"/>
                  </a:cubicBezTo>
                  <a:lnTo>
                    <a:pt x="258369" y="4188869"/>
                  </a:lnTo>
                  <a:cubicBezTo>
                    <a:pt x="217862" y="4278875"/>
                    <a:pt x="142047" y="4365847"/>
                    <a:pt x="0" y="4386273"/>
                  </a:cubicBezTo>
                  <a:cubicBezTo>
                    <a:pt x="142047" y="4406698"/>
                    <a:pt x="217862" y="4493670"/>
                    <a:pt x="258369" y="4583676"/>
                  </a:cubicBezTo>
                  <a:lnTo>
                    <a:pt x="258369" y="5804197"/>
                  </a:lnTo>
                  <a:cubicBezTo>
                    <a:pt x="258369" y="6587703"/>
                    <a:pt x="563479" y="7324303"/>
                    <a:pt x="1117492" y="7878328"/>
                  </a:cubicBezTo>
                  <a:cubicBezTo>
                    <a:pt x="1671511" y="8432340"/>
                    <a:pt x="2408110" y="8737452"/>
                    <a:pt x="3191610" y="8737452"/>
                  </a:cubicBezTo>
                  <a:cubicBezTo>
                    <a:pt x="3975117" y="8737452"/>
                    <a:pt x="4711717" y="8432342"/>
                    <a:pt x="5265741" y="7878328"/>
                  </a:cubicBezTo>
                  <a:cubicBezTo>
                    <a:pt x="5819753" y="7324303"/>
                    <a:pt x="6124864" y="6587703"/>
                    <a:pt x="6124864" y="5804198"/>
                  </a:cubicBezTo>
                  <a:lnTo>
                    <a:pt x="6124864" y="4583678"/>
                  </a:lnTo>
                  <a:cubicBezTo>
                    <a:pt x="6165374" y="4493672"/>
                    <a:pt x="6241189" y="4406699"/>
                    <a:pt x="6383236" y="4386273"/>
                  </a:cubicBezTo>
                  <a:cubicBezTo>
                    <a:pt x="6241189" y="4365846"/>
                    <a:pt x="6165374" y="4278873"/>
                    <a:pt x="6124864" y="4188866"/>
                  </a:cubicBezTo>
                  <a:close/>
                  <a:moveTo>
                    <a:pt x="5252260" y="7864846"/>
                  </a:moveTo>
                  <a:cubicBezTo>
                    <a:pt x="4701845" y="8415275"/>
                    <a:pt x="3970019" y="8718400"/>
                    <a:pt x="3191610" y="8718400"/>
                  </a:cubicBezTo>
                  <a:cubicBezTo>
                    <a:pt x="2413202" y="8718400"/>
                    <a:pt x="1681384" y="8415274"/>
                    <a:pt x="1130960" y="7864846"/>
                  </a:cubicBezTo>
                  <a:cubicBezTo>
                    <a:pt x="580545" y="7314431"/>
                    <a:pt x="277419" y="6582605"/>
                    <a:pt x="277419" y="5804196"/>
                  </a:cubicBezTo>
                  <a:lnTo>
                    <a:pt x="277419" y="4583669"/>
                  </a:lnTo>
                  <a:cubicBezTo>
                    <a:pt x="317928" y="4493665"/>
                    <a:pt x="393743" y="4406697"/>
                    <a:pt x="535784" y="4386272"/>
                  </a:cubicBezTo>
                  <a:cubicBezTo>
                    <a:pt x="393743" y="4365846"/>
                    <a:pt x="317927" y="4278877"/>
                    <a:pt x="277419" y="4188873"/>
                  </a:cubicBezTo>
                  <a:lnTo>
                    <a:pt x="277419" y="2933246"/>
                  </a:lnTo>
                  <a:cubicBezTo>
                    <a:pt x="277419" y="2154837"/>
                    <a:pt x="580545" y="1423019"/>
                    <a:pt x="1130960" y="872602"/>
                  </a:cubicBezTo>
                  <a:cubicBezTo>
                    <a:pt x="1681383" y="322180"/>
                    <a:pt x="2413202" y="19049"/>
                    <a:pt x="3191610" y="19049"/>
                  </a:cubicBezTo>
                  <a:cubicBezTo>
                    <a:pt x="3970019" y="19049"/>
                    <a:pt x="4701844" y="322181"/>
                    <a:pt x="5252260" y="872603"/>
                  </a:cubicBezTo>
                  <a:cubicBezTo>
                    <a:pt x="5802688" y="1423019"/>
                    <a:pt x="6105815" y="2154838"/>
                    <a:pt x="6105815" y="2933247"/>
                  </a:cubicBezTo>
                  <a:lnTo>
                    <a:pt x="6105815" y="4188877"/>
                  </a:lnTo>
                  <a:cubicBezTo>
                    <a:pt x="6065306" y="4278881"/>
                    <a:pt x="5989491" y="4365849"/>
                    <a:pt x="5847448" y="4386273"/>
                  </a:cubicBezTo>
                  <a:cubicBezTo>
                    <a:pt x="5989489" y="4406697"/>
                    <a:pt x="6065306" y="4493665"/>
                    <a:pt x="6105815" y="4583669"/>
                  </a:cubicBezTo>
                  <a:lnTo>
                    <a:pt x="6105815" y="5804198"/>
                  </a:lnTo>
                  <a:cubicBezTo>
                    <a:pt x="6105814" y="6582604"/>
                    <a:pt x="5802688" y="7314430"/>
                    <a:pt x="5252260" y="7864846"/>
                  </a:cubicBez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50170" y="208252"/>
            <a:ext cx="6663541" cy="1640897"/>
          </a:xfrm>
          <a:custGeom>
            <a:avLst/>
            <a:gdLst/>
            <a:ahLst/>
            <a:cxnLst/>
            <a:rect r="r" b="b" t="t" l="l"/>
            <a:pathLst>
              <a:path h="1640897" w="6663541">
                <a:moveTo>
                  <a:pt x="0" y="0"/>
                </a:moveTo>
                <a:lnTo>
                  <a:pt x="6663541" y="0"/>
                </a:lnTo>
                <a:lnTo>
                  <a:pt x="6663541" y="1640896"/>
                </a:lnTo>
                <a:lnTo>
                  <a:pt x="0" y="1640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50170" y="3263725"/>
            <a:ext cx="10193008" cy="363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</a:t>
            </a:r>
          </a:p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MOVIL</a:t>
            </a:r>
          </a:p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STARDEW VALLEY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0170" y="6800624"/>
            <a:ext cx="713717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FRANCISCA MIX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170" y="2261732"/>
            <a:ext cx="4273148" cy="39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Portafolio de titulo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47610" y="-736084"/>
            <a:ext cx="2893876" cy="11759168"/>
            <a:chOff x="0" y="0"/>
            <a:chExt cx="762173" cy="3097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173" cy="3097065"/>
            </a:xfrm>
            <a:custGeom>
              <a:avLst/>
              <a:gdLst/>
              <a:ahLst/>
              <a:cxnLst/>
              <a:rect r="r" b="b" t="t" l="l"/>
              <a:pathLst>
                <a:path h="3097065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45138" y="-525469"/>
            <a:ext cx="2562910" cy="11337939"/>
            <a:chOff x="0" y="0"/>
            <a:chExt cx="675005" cy="2986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5005" cy="2986124"/>
            </a:xfrm>
            <a:custGeom>
              <a:avLst/>
              <a:gdLst/>
              <a:ahLst/>
              <a:cxnLst/>
              <a:rect r="r" b="b" t="t" l="l"/>
              <a:pathLst>
                <a:path h="2986124" w="675005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76728" y="4161743"/>
            <a:ext cx="12061185" cy="6861341"/>
            <a:chOff x="0" y="0"/>
            <a:chExt cx="3176608" cy="18071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6608" cy="1807102"/>
            </a:xfrm>
            <a:custGeom>
              <a:avLst/>
              <a:gdLst/>
              <a:ahLst/>
              <a:cxnLst/>
              <a:rect r="r" b="b" t="t" l="l"/>
              <a:pathLst>
                <a:path h="1807102" w="3176608">
                  <a:moveTo>
                    <a:pt x="0" y="0"/>
                  </a:moveTo>
                  <a:lnTo>
                    <a:pt x="3176608" y="0"/>
                  </a:lnTo>
                  <a:lnTo>
                    <a:pt x="3176608" y="1807102"/>
                  </a:lnTo>
                  <a:lnTo>
                    <a:pt x="0" y="1807102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76608" cy="1845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79717" y="259578"/>
            <a:ext cx="4241518" cy="1044474"/>
          </a:xfrm>
          <a:custGeom>
            <a:avLst/>
            <a:gdLst/>
            <a:ahLst/>
            <a:cxnLst/>
            <a:rect r="r" b="b" t="t" l="l"/>
            <a:pathLst>
              <a:path h="1044474" w="4241518">
                <a:moveTo>
                  <a:pt x="0" y="0"/>
                </a:moveTo>
                <a:lnTo>
                  <a:pt x="4241518" y="0"/>
                </a:lnTo>
                <a:lnTo>
                  <a:pt x="4241518" y="1044474"/>
                </a:lnTo>
                <a:lnTo>
                  <a:pt x="0" y="1044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00476" y="1639379"/>
            <a:ext cx="9521542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INTEGRANTE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21235" y="5238750"/>
            <a:ext cx="4633584" cy="78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9"/>
              </a:lnSpc>
            </a:pPr>
            <a:r>
              <a:rPr lang="en-US" sz="58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FRANCISCA MIX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11055" y="6761080"/>
            <a:ext cx="9992532" cy="152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143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CARGO:  Desarrollador full-stack</a:t>
            </a:r>
          </a:p>
          <a:p>
            <a:pPr algn="ctr">
              <a:lnSpc>
                <a:spcPts val="3141"/>
              </a:lnSpc>
            </a:pPr>
          </a:p>
          <a:p>
            <a:pPr algn="ctr">
              <a:lnSpc>
                <a:spcPts val="314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671965" y="2304650"/>
            <a:ext cx="191413" cy="708937"/>
          </a:xfrm>
          <a:custGeom>
            <a:avLst/>
            <a:gdLst/>
            <a:ahLst/>
            <a:cxnLst/>
            <a:rect r="r" b="b" t="t" l="l"/>
            <a:pathLst>
              <a:path h="708937" w="191413">
                <a:moveTo>
                  <a:pt x="0" y="0"/>
                </a:moveTo>
                <a:lnTo>
                  <a:pt x="191413" y="0"/>
                </a:lnTo>
                <a:lnTo>
                  <a:pt x="191413" y="708937"/>
                </a:lnTo>
                <a:lnTo>
                  <a:pt x="0" y="70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57431" y="1848536"/>
            <a:ext cx="6849460" cy="7942442"/>
            <a:chOff x="0" y="0"/>
            <a:chExt cx="7548118" cy="8752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48843" y="390652"/>
              <a:ext cx="6250432" cy="7971409"/>
            </a:xfrm>
            <a:custGeom>
              <a:avLst/>
              <a:gdLst/>
              <a:ahLst/>
              <a:cxnLst/>
              <a:rect r="r" b="b" t="t" l="l"/>
              <a:pathLst>
                <a:path h="7971409" w="6250432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4"/>
              <a:stretch>
                <a:fillRect l="-29681" t="0" r="-2968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955" y="0"/>
              <a:ext cx="7506082" cy="8752332"/>
            </a:xfrm>
            <a:custGeom>
              <a:avLst/>
              <a:gdLst/>
              <a:ahLst/>
              <a:cxnLst/>
              <a:rect r="r" b="b" t="t" l="l"/>
              <a:pathLst>
                <a:path h="8752332" w="750608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40640" y="458089"/>
            <a:ext cx="5165820" cy="1272083"/>
          </a:xfrm>
          <a:custGeom>
            <a:avLst/>
            <a:gdLst/>
            <a:ahLst/>
            <a:cxnLst/>
            <a:rect r="r" b="b" t="t" l="l"/>
            <a:pathLst>
              <a:path h="1272083" w="5165820">
                <a:moveTo>
                  <a:pt x="0" y="0"/>
                </a:moveTo>
                <a:lnTo>
                  <a:pt x="5165820" y="0"/>
                </a:lnTo>
                <a:lnTo>
                  <a:pt x="5165820" y="1272084"/>
                </a:lnTo>
                <a:lnTo>
                  <a:pt x="0" y="1272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13203" y="4833873"/>
            <a:ext cx="10179565" cy="49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35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Stardew Valley es un videojuego de granga enfocado en gameplay rejado y optimizacion de recursos con varias mecanicas como la pesca, conocer a aldeanos, agricultura y demas.</a:t>
            </a:r>
          </a:p>
          <a:p>
            <a:pPr algn="l">
              <a:lnSpc>
                <a:spcPts val="5612"/>
              </a:lnSpc>
            </a:pPr>
            <a:r>
              <a:rPr lang="en-US" sz="35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todo esto se tiene se gestionar bajo algunas variantes, como clima, temporada, energia y hora.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13203" y="2621135"/>
            <a:ext cx="9422461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372" y="-252105"/>
            <a:ext cx="11932285" cy="1280805"/>
            <a:chOff x="0" y="0"/>
            <a:chExt cx="3142660" cy="337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2660" cy="337331"/>
            </a:xfrm>
            <a:custGeom>
              <a:avLst/>
              <a:gdLst/>
              <a:ahLst/>
              <a:cxnLst/>
              <a:rect r="r" b="b" t="t" l="l"/>
              <a:pathLst>
                <a:path h="337331" w="3142660">
                  <a:moveTo>
                    <a:pt x="0" y="0"/>
                  </a:moveTo>
                  <a:lnTo>
                    <a:pt x="3142660" y="0"/>
                  </a:lnTo>
                  <a:lnTo>
                    <a:pt x="3142660" y="337331"/>
                  </a:lnTo>
                  <a:lnTo>
                    <a:pt x="0" y="337331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42660" cy="37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88913" y="-252105"/>
            <a:ext cx="6896542" cy="1280805"/>
            <a:chOff x="0" y="0"/>
            <a:chExt cx="1816373" cy="337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6373" cy="337331"/>
            </a:xfrm>
            <a:custGeom>
              <a:avLst/>
              <a:gdLst/>
              <a:ahLst/>
              <a:cxnLst/>
              <a:rect r="r" b="b" t="t" l="l"/>
              <a:pathLst>
                <a:path h="337331" w="1816373">
                  <a:moveTo>
                    <a:pt x="0" y="0"/>
                  </a:moveTo>
                  <a:lnTo>
                    <a:pt x="1816373" y="0"/>
                  </a:lnTo>
                  <a:lnTo>
                    <a:pt x="1816373" y="337331"/>
                  </a:lnTo>
                  <a:lnTo>
                    <a:pt x="0" y="33733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16373" cy="37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901554" y="1889024"/>
            <a:ext cx="8386446" cy="11033107"/>
            <a:chOff x="0" y="0"/>
            <a:chExt cx="6665341" cy="87688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52633" y="402042"/>
              <a:ext cx="5359949" cy="7964758"/>
            </a:xfrm>
            <a:custGeom>
              <a:avLst/>
              <a:gdLst/>
              <a:ahLst/>
              <a:cxnLst/>
              <a:rect r="r" b="b" t="t" l="l"/>
              <a:pathLst>
                <a:path h="7964758" w="5359949">
                  <a:moveTo>
                    <a:pt x="2679974" y="40"/>
                  </a:moveTo>
                  <a:cubicBezTo>
                    <a:pt x="1723941" y="-6342"/>
                    <a:pt x="838696" y="751289"/>
                    <a:pt x="359441" y="1986051"/>
                  </a:cubicBezTo>
                  <a:cubicBezTo>
                    <a:pt x="-119814" y="3220812"/>
                    <a:pt x="-119814" y="4743946"/>
                    <a:pt x="359441" y="5978707"/>
                  </a:cubicBezTo>
                  <a:cubicBezTo>
                    <a:pt x="838696" y="7213469"/>
                    <a:pt x="1723941" y="7971100"/>
                    <a:pt x="2679974" y="7964718"/>
                  </a:cubicBezTo>
                  <a:cubicBezTo>
                    <a:pt x="3636007" y="7971100"/>
                    <a:pt x="4521252" y="7213469"/>
                    <a:pt x="5000507" y="5978707"/>
                  </a:cubicBezTo>
                  <a:cubicBezTo>
                    <a:pt x="5479762" y="4743946"/>
                    <a:pt x="5479762" y="3220812"/>
                    <a:pt x="5000507" y="1986051"/>
                  </a:cubicBezTo>
                  <a:cubicBezTo>
                    <a:pt x="4521252" y="751289"/>
                    <a:pt x="3636007" y="-6342"/>
                    <a:pt x="2679974" y="40"/>
                  </a:cubicBezTo>
                  <a:close/>
                </a:path>
              </a:pathLst>
            </a:custGeom>
            <a:blipFill>
              <a:blip r:embed="rId2"/>
              <a:stretch>
                <a:fillRect l="-41443" t="0" r="-4144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4066" y="11557"/>
              <a:ext cx="6117082" cy="8745601"/>
            </a:xfrm>
            <a:custGeom>
              <a:avLst/>
              <a:gdLst/>
              <a:ahLst/>
              <a:cxnLst/>
              <a:rect r="r" b="b" t="t" l="l"/>
              <a:pathLst>
                <a:path h="8745601" w="6117082">
                  <a:moveTo>
                    <a:pt x="5630672" y="1993392"/>
                  </a:moveTo>
                  <a:cubicBezTo>
                    <a:pt x="5626989" y="1895348"/>
                    <a:pt x="5656072" y="1784604"/>
                    <a:pt x="5773039" y="1703070"/>
                  </a:cubicBezTo>
                  <a:cubicBezTo>
                    <a:pt x="5638038" y="1748282"/>
                    <a:pt x="5531866" y="1705610"/>
                    <a:pt x="5455412" y="1644142"/>
                  </a:cubicBezTo>
                  <a:cubicBezTo>
                    <a:pt x="5396992" y="1539113"/>
                    <a:pt x="5335143" y="1437386"/>
                    <a:pt x="5269611" y="1339596"/>
                  </a:cubicBezTo>
                  <a:cubicBezTo>
                    <a:pt x="4994021" y="928243"/>
                    <a:pt x="4669663" y="603123"/>
                    <a:pt x="4305554" y="373253"/>
                  </a:cubicBezTo>
                  <a:cubicBezTo>
                    <a:pt x="3913251" y="125603"/>
                    <a:pt x="3493770" y="0"/>
                    <a:pt x="3058541" y="0"/>
                  </a:cubicBezTo>
                  <a:cubicBezTo>
                    <a:pt x="2623439" y="0"/>
                    <a:pt x="2203831" y="125603"/>
                    <a:pt x="1811528" y="373253"/>
                  </a:cubicBezTo>
                  <a:cubicBezTo>
                    <a:pt x="1447419" y="603123"/>
                    <a:pt x="1123061" y="928243"/>
                    <a:pt x="847471" y="1339596"/>
                  </a:cubicBezTo>
                  <a:cubicBezTo>
                    <a:pt x="300990" y="2155317"/>
                    <a:pt x="0" y="3232531"/>
                    <a:pt x="0" y="4372864"/>
                  </a:cubicBezTo>
                  <a:cubicBezTo>
                    <a:pt x="0" y="5229860"/>
                    <a:pt x="170053" y="6051169"/>
                    <a:pt x="486537" y="6752590"/>
                  </a:cubicBezTo>
                  <a:cubicBezTo>
                    <a:pt x="490093" y="6850633"/>
                    <a:pt x="460883" y="6961124"/>
                    <a:pt x="344043" y="7042404"/>
                  </a:cubicBezTo>
                  <a:cubicBezTo>
                    <a:pt x="479044" y="6997319"/>
                    <a:pt x="585216" y="7039991"/>
                    <a:pt x="661670" y="7101459"/>
                  </a:cubicBezTo>
                  <a:cubicBezTo>
                    <a:pt x="720090" y="7206488"/>
                    <a:pt x="781939" y="7308216"/>
                    <a:pt x="847471" y="7406005"/>
                  </a:cubicBezTo>
                  <a:cubicBezTo>
                    <a:pt x="1123061" y="7817358"/>
                    <a:pt x="1447419" y="8142478"/>
                    <a:pt x="1811528" y="8372348"/>
                  </a:cubicBezTo>
                  <a:cubicBezTo>
                    <a:pt x="2203831" y="8619998"/>
                    <a:pt x="2623312" y="8745601"/>
                    <a:pt x="3058541" y="8745601"/>
                  </a:cubicBezTo>
                  <a:cubicBezTo>
                    <a:pt x="3493770" y="8745601"/>
                    <a:pt x="3913251" y="8619998"/>
                    <a:pt x="4305554" y="8372348"/>
                  </a:cubicBezTo>
                  <a:cubicBezTo>
                    <a:pt x="4669663" y="8142479"/>
                    <a:pt x="4994021" y="7817358"/>
                    <a:pt x="5269611" y="7406006"/>
                  </a:cubicBezTo>
                  <a:cubicBezTo>
                    <a:pt x="5816092" y="6590285"/>
                    <a:pt x="6117082" y="5513071"/>
                    <a:pt x="6117082" y="4372738"/>
                  </a:cubicBezTo>
                  <a:cubicBezTo>
                    <a:pt x="6117082" y="3515995"/>
                    <a:pt x="5947156" y="2694813"/>
                    <a:pt x="5630672" y="1993392"/>
                  </a:cubicBezTo>
                  <a:close/>
                  <a:moveTo>
                    <a:pt x="5253736" y="7395464"/>
                  </a:moveTo>
                  <a:cubicBezTo>
                    <a:pt x="4979670" y="7804531"/>
                    <a:pt x="4657217" y="8127873"/>
                    <a:pt x="4295394" y="8356219"/>
                  </a:cubicBezTo>
                  <a:cubicBezTo>
                    <a:pt x="3906139" y="8601964"/>
                    <a:pt x="3490087" y="8726551"/>
                    <a:pt x="3058541" y="8726551"/>
                  </a:cubicBezTo>
                  <a:cubicBezTo>
                    <a:pt x="2626995" y="8726551"/>
                    <a:pt x="2210944" y="8601964"/>
                    <a:pt x="1821688" y="8356219"/>
                  </a:cubicBezTo>
                  <a:cubicBezTo>
                    <a:pt x="1459865" y="8127746"/>
                    <a:pt x="1137412" y="7804531"/>
                    <a:pt x="863346" y="7395464"/>
                  </a:cubicBezTo>
                  <a:cubicBezTo>
                    <a:pt x="798957" y="7299325"/>
                    <a:pt x="738124" y="7199376"/>
                    <a:pt x="680593" y="7096252"/>
                  </a:cubicBezTo>
                  <a:cubicBezTo>
                    <a:pt x="676021" y="6997192"/>
                    <a:pt x="704342" y="6884543"/>
                    <a:pt x="822960" y="6802120"/>
                  </a:cubicBezTo>
                  <a:cubicBezTo>
                    <a:pt x="685927" y="6847967"/>
                    <a:pt x="578485" y="6803263"/>
                    <a:pt x="501777" y="6740271"/>
                  </a:cubicBezTo>
                  <a:cubicBezTo>
                    <a:pt x="187706" y="6042279"/>
                    <a:pt x="19050" y="5225288"/>
                    <a:pt x="19050" y="4372864"/>
                  </a:cubicBezTo>
                  <a:cubicBezTo>
                    <a:pt x="19050" y="3236341"/>
                    <a:pt x="318897" y="2162810"/>
                    <a:pt x="863347" y="1350137"/>
                  </a:cubicBezTo>
                  <a:cubicBezTo>
                    <a:pt x="1137413" y="941070"/>
                    <a:pt x="1459866" y="617728"/>
                    <a:pt x="1821689" y="389382"/>
                  </a:cubicBezTo>
                  <a:cubicBezTo>
                    <a:pt x="2210944" y="143637"/>
                    <a:pt x="2626996" y="19050"/>
                    <a:pt x="3058541" y="19050"/>
                  </a:cubicBezTo>
                  <a:cubicBezTo>
                    <a:pt x="3490087" y="19050"/>
                    <a:pt x="3906139" y="143637"/>
                    <a:pt x="4295395" y="389382"/>
                  </a:cubicBezTo>
                  <a:cubicBezTo>
                    <a:pt x="4657217" y="617855"/>
                    <a:pt x="4979671" y="941070"/>
                    <a:pt x="5253737" y="1350137"/>
                  </a:cubicBezTo>
                  <a:cubicBezTo>
                    <a:pt x="5318126" y="1446276"/>
                    <a:pt x="5379085" y="1546225"/>
                    <a:pt x="5436490" y="1649349"/>
                  </a:cubicBezTo>
                  <a:cubicBezTo>
                    <a:pt x="5441062" y="1748409"/>
                    <a:pt x="5412741" y="1861058"/>
                    <a:pt x="5294250" y="1943608"/>
                  </a:cubicBezTo>
                  <a:cubicBezTo>
                    <a:pt x="5431156" y="1897888"/>
                    <a:pt x="5538471" y="1942338"/>
                    <a:pt x="5615178" y="2005203"/>
                  </a:cubicBezTo>
                  <a:cubicBezTo>
                    <a:pt x="5929250" y="2703322"/>
                    <a:pt x="6098032" y="3520440"/>
                    <a:pt x="6098032" y="4372991"/>
                  </a:cubicBezTo>
                  <a:cubicBezTo>
                    <a:pt x="6098032" y="5509387"/>
                    <a:pt x="5798185" y="6582918"/>
                    <a:pt x="5253736" y="7395464"/>
                  </a:cubicBezTo>
                  <a:close/>
                  <a:moveTo>
                    <a:pt x="4953000" y="1551686"/>
                  </a:moveTo>
                  <a:cubicBezTo>
                    <a:pt x="4447286" y="796798"/>
                    <a:pt x="3774440" y="381127"/>
                    <a:pt x="3058541" y="381127"/>
                  </a:cubicBezTo>
                  <a:cubicBezTo>
                    <a:pt x="2342642" y="381127"/>
                    <a:pt x="1669796" y="796798"/>
                    <a:pt x="1164082" y="1551686"/>
                  </a:cubicBezTo>
                  <a:cubicBezTo>
                    <a:pt x="659130" y="2305431"/>
                    <a:pt x="381000" y="3307334"/>
                    <a:pt x="381000" y="4372864"/>
                  </a:cubicBezTo>
                  <a:cubicBezTo>
                    <a:pt x="381000" y="5438394"/>
                    <a:pt x="659130" y="6440296"/>
                    <a:pt x="1164082" y="7194042"/>
                  </a:cubicBezTo>
                  <a:cubicBezTo>
                    <a:pt x="1669796" y="7948930"/>
                    <a:pt x="2342642" y="8364601"/>
                    <a:pt x="3058541" y="8364601"/>
                  </a:cubicBezTo>
                  <a:cubicBezTo>
                    <a:pt x="3774440" y="8364601"/>
                    <a:pt x="4447286" y="7948930"/>
                    <a:pt x="4952999" y="7194042"/>
                  </a:cubicBezTo>
                  <a:cubicBezTo>
                    <a:pt x="5457952" y="6440297"/>
                    <a:pt x="5736081" y="5438394"/>
                    <a:pt x="5736081" y="4372864"/>
                  </a:cubicBezTo>
                  <a:cubicBezTo>
                    <a:pt x="5736082" y="3307334"/>
                    <a:pt x="5457952" y="2305431"/>
                    <a:pt x="4953000" y="1551686"/>
                  </a:cubicBezTo>
                  <a:close/>
                  <a:moveTo>
                    <a:pt x="4937252" y="7183501"/>
                  </a:moveTo>
                  <a:cubicBezTo>
                    <a:pt x="4435221" y="7932928"/>
                    <a:pt x="3767963" y="8345678"/>
                    <a:pt x="3058668" y="8345678"/>
                  </a:cubicBezTo>
                  <a:cubicBezTo>
                    <a:pt x="2349246" y="8345678"/>
                    <a:pt x="1682115" y="7932928"/>
                    <a:pt x="1180084" y="7183501"/>
                  </a:cubicBezTo>
                  <a:cubicBezTo>
                    <a:pt x="677164" y="6432931"/>
                    <a:pt x="400304" y="5434711"/>
                    <a:pt x="400304" y="4372864"/>
                  </a:cubicBezTo>
                  <a:cubicBezTo>
                    <a:pt x="400304" y="3311017"/>
                    <a:pt x="677291" y="2312797"/>
                    <a:pt x="1180084" y="1562227"/>
                  </a:cubicBezTo>
                  <a:cubicBezTo>
                    <a:pt x="1682242" y="812800"/>
                    <a:pt x="2349373" y="400050"/>
                    <a:pt x="3058668" y="400050"/>
                  </a:cubicBezTo>
                  <a:cubicBezTo>
                    <a:pt x="3768090" y="400050"/>
                    <a:pt x="4435221" y="812800"/>
                    <a:pt x="4937252" y="1562227"/>
                  </a:cubicBezTo>
                  <a:cubicBezTo>
                    <a:pt x="5440172" y="2312797"/>
                    <a:pt x="5717031" y="3311017"/>
                    <a:pt x="5717031" y="4372864"/>
                  </a:cubicBezTo>
                  <a:cubicBezTo>
                    <a:pt x="5717032" y="5434711"/>
                    <a:pt x="5440045" y="6432804"/>
                    <a:pt x="4937252" y="7183501"/>
                  </a:cubicBez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7872" y="4991100"/>
            <a:ext cx="9202799" cy="4412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2"/>
              </a:lnSpc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Crear una APP movil en donde los jugadores puedan hacer los calculos de ganancia  para poder optimizar sus partidas sin perder la libertad.</a:t>
            </a:r>
          </a:p>
          <a:p>
            <a:pPr algn="l">
              <a:lnSpc>
                <a:spcPts val="5842"/>
              </a:lnSpc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Moviendo parametros y enfocandose en las areas que mas disfruten.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872" y="2658918"/>
            <a:ext cx="6937735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PROPUESTA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37872" y="1889024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6472" y="1587669"/>
            <a:ext cx="16232828" cy="261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04"/>
              </a:lnSpc>
            </a:pPr>
            <a:r>
              <a:rPr lang="en-US" sz="15217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OBJETIVOS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9275" y="5143500"/>
            <a:ext cx="4813009" cy="5440955"/>
            <a:chOff x="0" y="0"/>
            <a:chExt cx="1267624" cy="14330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7624" cy="1433009"/>
            </a:xfrm>
            <a:custGeom>
              <a:avLst/>
              <a:gdLst/>
              <a:ahLst/>
              <a:cxnLst/>
              <a:rect r="r" b="b" t="t" l="l"/>
              <a:pathLst>
                <a:path h="1433009" w="1267624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36382" y="5143500"/>
            <a:ext cx="4813009" cy="5440955"/>
            <a:chOff x="0" y="0"/>
            <a:chExt cx="1267624" cy="14330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7624" cy="1433009"/>
            </a:xfrm>
            <a:custGeom>
              <a:avLst/>
              <a:gdLst/>
              <a:ahLst/>
              <a:cxnLst/>
              <a:rect r="r" b="b" t="t" l="l"/>
              <a:pathLst>
                <a:path h="1433009" w="1267624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25716" y="5143500"/>
            <a:ext cx="4813009" cy="5440955"/>
            <a:chOff x="0" y="0"/>
            <a:chExt cx="1267624" cy="14330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7624" cy="1433009"/>
            </a:xfrm>
            <a:custGeom>
              <a:avLst/>
              <a:gdLst/>
              <a:ahLst/>
              <a:cxnLst/>
              <a:rect r="r" b="b" t="t" l="l"/>
              <a:pathLst>
                <a:path h="1433009" w="1267624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2653652" y="7258380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8630472" y="7258380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14430094" y="7258380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6915807" y="6698464"/>
            <a:ext cx="4633584" cy="55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JUGABILIDAD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4760465" y="981075"/>
            <a:ext cx="8944268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071721" y="4579143"/>
            <a:ext cx="164549" cy="609441"/>
          </a:xfrm>
          <a:custGeom>
            <a:avLst/>
            <a:gdLst/>
            <a:ahLst/>
            <a:cxnLst/>
            <a:rect r="r" b="b" t="t" l="l"/>
            <a:pathLst>
              <a:path h="609441" w="164549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6958827" y="4579143"/>
            <a:ext cx="164549" cy="609441"/>
          </a:xfrm>
          <a:custGeom>
            <a:avLst/>
            <a:gdLst/>
            <a:ahLst/>
            <a:cxnLst/>
            <a:rect r="r" b="b" t="t" l="l"/>
            <a:pathLst>
              <a:path h="609441" w="164549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2848162" y="4579143"/>
            <a:ext cx="164549" cy="609441"/>
          </a:xfrm>
          <a:custGeom>
            <a:avLst/>
            <a:gdLst/>
            <a:ahLst/>
            <a:cxnLst/>
            <a:rect r="r" b="b" t="t" l="l"/>
            <a:pathLst>
              <a:path h="609441" w="164549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182086" y="7819762"/>
            <a:ext cx="3923828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8F5E6"/>
                </a:solidFill>
                <a:latin typeface="Raleway Bold"/>
                <a:ea typeface="Raleway Bold"/>
                <a:cs typeface="Raleway Bold"/>
                <a:sym typeface="Raleway Bold"/>
              </a:rPr>
              <a:t>mejorar la experiencia de juego de los usuarios enfocandonos en facilitar la toma de deciciones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49275" y="420055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38987" y="6174589"/>
            <a:ext cx="4633584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171D4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OPTIMIZAR LA PROGRESIÓN DE LA GRANJA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3803" y="7175320"/>
            <a:ext cx="3923828" cy="228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</a:p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171D4B"/>
                </a:solidFill>
                <a:latin typeface="Raleway Bold"/>
                <a:ea typeface="Raleway Bold"/>
                <a:cs typeface="Raleway Bold"/>
                <a:sym typeface="Raleway Bold"/>
              </a:rPr>
              <a:t>Automariza el segimiento y caculo de las cosechas, mejorando la toma de decisiones financieras para el jugador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429" y="6698464"/>
            <a:ext cx="4633584" cy="55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FLUIDEZ DE LA JUGABILIDAD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80594" y="7595925"/>
            <a:ext cx="3923828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8F5E6"/>
                </a:solidFill>
                <a:latin typeface="Raleway Bold"/>
                <a:ea typeface="Raleway Bold"/>
                <a:cs typeface="Raleway Bold"/>
                <a:sym typeface="Raleway Bold"/>
              </a:rPr>
              <a:t>Centralizar los datos críticos de eliminando la frustración de consultar fuentes externas y permitiendo una toma de decisiones estratégica en tiempo real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0404" y="1795394"/>
            <a:ext cx="15827193" cy="231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2"/>
              </a:lnSpc>
            </a:pPr>
            <a:r>
              <a:rPr lang="en-US" sz="134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ALCANCE Y LIMITACIONES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47610" y="-736084"/>
            <a:ext cx="2893876" cy="11759168"/>
            <a:chOff x="0" y="0"/>
            <a:chExt cx="762173" cy="3097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173" cy="3097065"/>
            </a:xfrm>
            <a:custGeom>
              <a:avLst/>
              <a:gdLst/>
              <a:ahLst/>
              <a:cxnLst/>
              <a:rect r="r" b="b" t="t" l="l"/>
              <a:pathLst>
                <a:path h="3097065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45138" y="-525469"/>
            <a:ext cx="2562910" cy="11337939"/>
            <a:chOff x="0" y="0"/>
            <a:chExt cx="675005" cy="29861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5005" cy="2986124"/>
            </a:xfrm>
            <a:custGeom>
              <a:avLst/>
              <a:gdLst/>
              <a:ahLst/>
              <a:cxnLst/>
              <a:rect r="r" b="b" t="t" l="l"/>
              <a:pathLst>
                <a:path h="2986124" w="675005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1598" y="509949"/>
            <a:ext cx="4213205" cy="1037502"/>
          </a:xfrm>
          <a:custGeom>
            <a:avLst/>
            <a:gdLst/>
            <a:ahLst/>
            <a:cxnLst/>
            <a:rect r="r" b="b" t="t" l="l"/>
            <a:pathLst>
              <a:path h="1037502" w="4213205">
                <a:moveTo>
                  <a:pt x="0" y="0"/>
                </a:moveTo>
                <a:lnTo>
                  <a:pt x="4213205" y="0"/>
                </a:lnTo>
                <a:lnTo>
                  <a:pt x="4213205" y="1037502"/>
                </a:lnTo>
                <a:lnTo>
                  <a:pt x="0" y="103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76788" y="4748736"/>
            <a:ext cx="12111172" cy="363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solo funciona de forma local</a:t>
            </a:r>
          </a:p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solo sera movil</a:t>
            </a:r>
          </a:p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no tomara en cuenta mas alla del año 1</a:t>
            </a:r>
          </a:p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no tomara encuenta peces fuera de complentar el centro civico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409840" y="797277"/>
            <a:ext cx="6849460" cy="7942442"/>
            <a:chOff x="0" y="0"/>
            <a:chExt cx="7548118" cy="8752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48843" y="390652"/>
              <a:ext cx="6250432" cy="7971409"/>
            </a:xfrm>
            <a:custGeom>
              <a:avLst/>
              <a:gdLst/>
              <a:ahLst/>
              <a:cxnLst/>
              <a:rect r="r" b="b" t="t" l="l"/>
              <a:pathLst>
                <a:path h="7971409" w="6250432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2"/>
              <a:stretch>
                <a:fillRect l="-22876" t="0" r="-22876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5" y="0"/>
              <a:ext cx="7506082" cy="8752332"/>
            </a:xfrm>
            <a:custGeom>
              <a:avLst/>
              <a:gdLst/>
              <a:ahLst/>
              <a:cxnLst/>
              <a:rect r="r" b="b" t="t" l="l"/>
              <a:pathLst>
                <a:path h="8752332" w="750608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60077" y="165886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0077" y="742950"/>
            <a:ext cx="8649763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METODOLOGIA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3463" y="8949973"/>
            <a:ext cx="3582213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LICERIA &amp; CO.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3188" y="3314287"/>
            <a:ext cx="8556652" cy="51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7"/>
              </a:lnSpc>
            </a:pPr>
            <a:r>
              <a:rPr lang="en-US" sz="42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Implementación de metodología Scrum con Sprints quincenales gestionados a través de Jira utilizando Git para el control de versiones y trazabilidad técnica del código en Kotlin.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9258300"/>
            <a:ext cx="11961783" cy="1301699"/>
            <a:chOff x="0" y="0"/>
            <a:chExt cx="3150429" cy="34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0429" cy="342834"/>
            </a:xfrm>
            <a:custGeom>
              <a:avLst/>
              <a:gdLst/>
              <a:ahLst/>
              <a:cxnLst/>
              <a:rect r="r" b="b" t="t" l="l"/>
              <a:pathLst>
                <a:path h="342834" w="3150429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88913" y="9258300"/>
            <a:ext cx="6894697" cy="1301699"/>
            <a:chOff x="0" y="0"/>
            <a:chExt cx="1815887" cy="342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5887" cy="342834"/>
            </a:xfrm>
            <a:custGeom>
              <a:avLst/>
              <a:gdLst/>
              <a:ahLst/>
              <a:cxnLst/>
              <a:rect r="r" b="b" t="t" l="l"/>
              <a:pathLst>
                <a:path h="342834" w="1815887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188246" y="250355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5" y="0"/>
                </a:lnTo>
                <a:lnTo>
                  <a:pt x="3503815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7970" y="3240799"/>
            <a:ext cx="17692061" cy="2078817"/>
          </a:xfrm>
          <a:custGeom>
            <a:avLst/>
            <a:gdLst/>
            <a:ahLst/>
            <a:cxnLst/>
            <a:rect r="r" b="b" t="t" l="l"/>
            <a:pathLst>
              <a:path h="2078817" w="17692061">
                <a:moveTo>
                  <a:pt x="0" y="0"/>
                </a:moveTo>
                <a:lnTo>
                  <a:pt x="17692060" y="0"/>
                </a:lnTo>
                <a:lnTo>
                  <a:pt x="17692060" y="2078817"/>
                </a:lnTo>
                <a:lnTo>
                  <a:pt x="0" y="2078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8280" y="1091337"/>
            <a:ext cx="13840034" cy="182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CRONOGRAMA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97970" y="5548371"/>
            <a:ext cx="3576418" cy="3481174"/>
          </a:xfrm>
          <a:custGeom>
            <a:avLst/>
            <a:gdLst/>
            <a:ahLst/>
            <a:cxnLst/>
            <a:rect r="r" b="b" t="t" l="l"/>
            <a:pathLst>
              <a:path h="3481174" w="3576418">
                <a:moveTo>
                  <a:pt x="0" y="0"/>
                </a:moveTo>
                <a:lnTo>
                  <a:pt x="3576418" y="0"/>
                </a:lnTo>
                <a:lnTo>
                  <a:pt x="3576418" y="3481174"/>
                </a:lnTo>
                <a:lnTo>
                  <a:pt x="0" y="3481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2839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99431" y="6040646"/>
            <a:ext cx="13304124" cy="2496624"/>
          </a:xfrm>
          <a:custGeom>
            <a:avLst/>
            <a:gdLst/>
            <a:ahLst/>
            <a:cxnLst/>
            <a:rect r="r" b="b" t="t" l="l"/>
            <a:pathLst>
              <a:path h="2496624" w="13304124">
                <a:moveTo>
                  <a:pt x="0" y="0"/>
                </a:moveTo>
                <a:lnTo>
                  <a:pt x="13304124" y="0"/>
                </a:lnTo>
                <a:lnTo>
                  <a:pt x="13304124" y="2496624"/>
                </a:lnTo>
                <a:lnTo>
                  <a:pt x="0" y="2496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37" t="-228" r="0" b="-22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37624" y="168523"/>
            <a:ext cx="12623075" cy="9949953"/>
          </a:xfrm>
          <a:custGeom>
            <a:avLst/>
            <a:gdLst/>
            <a:ahLst/>
            <a:cxnLst/>
            <a:rect r="r" b="b" t="t" l="l"/>
            <a:pathLst>
              <a:path h="9949953" w="12623075">
                <a:moveTo>
                  <a:pt x="0" y="0"/>
                </a:moveTo>
                <a:lnTo>
                  <a:pt x="12623075" y="0"/>
                </a:lnTo>
                <a:lnTo>
                  <a:pt x="12623075" y="9949954"/>
                </a:lnTo>
                <a:lnTo>
                  <a:pt x="0" y="99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83367" y="210255"/>
            <a:ext cx="3323634" cy="818445"/>
          </a:xfrm>
          <a:custGeom>
            <a:avLst/>
            <a:gdLst/>
            <a:ahLst/>
            <a:cxnLst/>
            <a:rect r="r" b="b" t="t" l="l"/>
            <a:pathLst>
              <a:path h="818445" w="3323634">
                <a:moveTo>
                  <a:pt x="0" y="0"/>
                </a:moveTo>
                <a:lnTo>
                  <a:pt x="3323634" y="0"/>
                </a:lnTo>
                <a:lnTo>
                  <a:pt x="3323634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83367" y="1129610"/>
            <a:ext cx="5660993" cy="93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76795" y="2558360"/>
            <a:ext cx="10161761" cy="669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usaran las herramientas de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Android studio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java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klotin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SQLITE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figma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jira</a:t>
            </a:r>
          </a:p>
          <a:p>
            <a:pPr algn="l">
              <a:lnSpc>
                <a:spcPts val="665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676795" y="338123"/>
            <a:ext cx="13728717" cy="224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HERRAMIENTAS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755486" y="163891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5"/>
                </a:lnTo>
                <a:lnTo>
                  <a:pt x="0" y="86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02957" y="191001"/>
            <a:ext cx="10356504" cy="9812787"/>
          </a:xfrm>
          <a:custGeom>
            <a:avLst/>
            <a:gdLst/>
            <a:ahLst/>
            <a:cxnLst/>
            <a:rect r="r" b="b" t="t" l="l"/>
            <a:pathLst>
              <a:path h="9812787" w="10356504">
                <a:moveTo>
                  <a:pt x="0" y="0"/>
                </a:moveTo>
                <a:lnTo>
                  <a:pt x="10356504" y="0"/>
                </a:lnTo>
                <a:lnTo>
                  <a:pt x="10356504" y="9812787"/>
                </a:lnTo>
                <a:lnTo>
                  <a:pt x="0" y="981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3279" y="771525"/>
            <a:ext cx="13728717" cy="224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823279" y="191001"/>
            <a:ext cx="3323634" cy="818445"/>
          </a:xfrm>
          <a:custGeom>
            <a:avLst/>
            <a:gdLst/>
            <a:ahLst/>
            <a:cxnLst/>
            <a:rect r="r" b="b" t="t" l="l"/>
            <a:pathLst>
              <a:path h="818445" w="3323634">
                <a:moveTo>
                  <a:pt x="0" y="0"/>
                </a:moveTo>
                <a:lnTo>
                  <a:pt x="3323633" y="0"/>
                </a:lnTo>
                <a:lnTo>
                  <a:pt x="3323633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40103" y="2391779"/>
            <a:ext cx="6343575" cy="7654389"/>
          </a:xfrm>
          <a:custGeom>
            <a:avLst/>
            <a:gdLst/>
            <a:ahLst/>
            <a:cxnLst/>
            <a:rect r="r" b="b" t="t" l="l"/>
            <a:pathLst>
              <a:path h="7654389" w="6343575">
                <a:moveTo>
                  <a:pt x="0" y="0"/>
                </a:moveTo>
                <a:lnTo>
                  <a:pt x="6343575" y="0"/>
                </a:lnTo>
                <a:lnTo>
                  <a:pt x="6343575" y="7654389"/>
                </a:lnTo>
                <a:lnTo>
                  <a:pt x="0" y="7654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1154" y="2586793"/>
            <a:ext cx="6424387" cy="7459375"/>
          </a:xfrm>
          <a:custGeom>
            <a:avLst/>
            <a:gdLst/>
            <a:ahLst/>
            <a:cxnLst/>
            <a:rect r="r" b="b" t="t" l="l"/>
            <a:pathLst>
              <a:path h="7459375" w="6424387">
                <a:moveTo>
                  <a:pt x="0" y="0"/>
                </a:moveTo>
                <a:lnTo>
                  <a:pt x="6424386" y="0"/>
                </a:lnTo>
                <a:lnTo>
                  <a:pt x="6424386" y="7459375"/>
                </a:lnTo>
                <a:lnTo>
                  <a:pt x="0" y="745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6795" y="338123"/>
            <a:ext cx="13728717" cy="224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303723" y="412404"/>
            <a:ext cx="3323634" cy="818445"/>
          </a:xfrm>
          <a:custGeom>
            <a:avLst/>
            <a:gdLst/>
            <a:ahLst/>
            <a:cxnLst/>
            <a:rect r="r" b="b" t="t" l="l"/>
            <a:pathLst>
              <a:path h="818445" w="3323634">
                <a:moveTo>
                  <a:pt x="0" y="0"/>
                </a:moveTo>
                <a:lnTo>
                  <a:pt x="3323634" y="0"/>
                </a:lnTo>
                <a:lnTo>
                  <a:pt x="3323634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42278" y="1334747"/>
            <a:ext cx="13728717" cy="224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42278" y="619478"/>
            <a:ext cx="3323634" cy="818445"/>
          </a:xfrm>
          <a:custGeom>
            <a:avLst/>
            <a:gdLst/>
            <a:ahLst/>
            <a:cxnLst/>
            <a:rect r="r" b="b" t="t" l="l"/>
            <a:pathLst>
              <a:path h="818445" w="3323634">
                <a:moveTo>
                  <a:pt x="0" y="0"/>
                </a:moveTo>
                <a:lnTo>
                  <a:pt x="3323634" y="0"/>
                </a:lnTo>
                <a:lnTo>
                  <a:pt x="3323634" y="818444"/>
                </a:lnTo>
                <a:lnTo>
                  <a:pt x="0" y="818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0349" y="405831"/>
            <a:ext cx="4742756" cy="9654896"/>
          </a:xfrm>
          <a:custGeom>
            <a:avLst/>
            <a:gdLst/>
            <a:ahLst/>
            <a:cxnLst/>
            <a:rect r="r" b="b" t="t" l="l"/>
            <a:pathLst>
              <a:path h="9654896" w="4742756">
                <a:moveTo>
                  <a:pt x="0" y="0"/>
                </a:moveTo>
                <a:lnTo>
                  <a:pt x="4742756" y="0"/>
                </a:lnTo>
                <a:lnTo>
                  <a:pt x="4742756" y="9654896"/>
                </a:lnTo>
                <a:lnTo>
                  <a:pt x="0" y="9654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42278" y="3773040"/>
            <a:ext cx="10685838" cy="59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4"/>
              </a:lnSpc>
            </a:pPr>
            <a:r>
              <a:rPr lang="en-US" sz="4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Ejemplo con los elementos basicos.</a:t>
            </a:r>
          </a:p>
          <a:p>
            <a:pPr algn="l">
              <a:lnSpc>
                <a:spcPts val="6784"/>
              </a:lnSpc>
            </a:pPr>
            <a:r>
              <a:rPr lang="en-US" sz="4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simula la compra de semillas, descuenta el desgaste de la barra de energía por el riego y genera un calendario móvil dinámico con las fechas exactas de siembra y cosecha para maximizar las ganancias.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712461" y="71746"/>
            <a:ext cx="10732227" cy="172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5"/>
              </a:lnSpc>
            </a:pPr>
            <a:r>
              <a:rPr lang="en-US" sz="10061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653652" y="7258380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671866" y="1052512"/>
            <a:ext cx="8944268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784186" y="573480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5"/>
                </a:lnTo>
                <a:lnTo>
                  <a:pt x="0" y="86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512" y="2255617"/>
            <a:ext cx="2932147" cy="6356958"/>
          </a:xfrm>
          <a:custGeom>
            <a:avLst/>
            <a:gdLst/>
            <a:ahLst/>
            <a:cxnLst/>
            <a:rect r="r" b="b" t="t" l="l"/>
            <a:pathLst>
              <a:path h="6356958" w="2932147">
                <a:moveTo>
                  <a:pt x="0" y="0"/>
                </a:moveTo>
                <a:lnTo>
                  <a:pt x="2932147" y="0"/>
                </a:lnTo>
                <a:lnTo>
                  <a:pt x="29321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10703" y="2255617"/>
            <a:ext cx="2932147" cy="6356958"/>
          </a:xfrm>
          <a:custGeom>
            <a:avLst/>
            <a:gdLst/>
            <a:ahLst/>
            <a:cxnLst/>
            <a:rect r="r" b="b" t="t" l="l"/>
            <a:pathLst>
              <a:path h="6356958" w="2932147">
                <a:moveTo>
                  <a:pt x="0" y="0"/>
                </a:moveTo>
                <a:lnTo>
                  <a:pt x="2932146" y="0"/>
                </a:lnTo>
                <a:lnTo>
                  <a:pt x="29321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76249" y="2255617"/>
            <a:ext cx="2932147" cy="6356958"/>
          </a:xfrm>
          <a:custGeom>
            <a:avLst/>
            <a:gdLst/>
            <a:ahLst/>
            <a:cxnLst/>
            <a:rect r="r" b="b" t="t" l="l"/>
            <a:pathLst>
              <a:path h="6356958" w="2932147">
                <a:moveTo>
                  <a:pt x="0" y="0"/>
                </a:moveTo>
                <a:lnTo>
                  <a:pt x="2932147" y="0"/>
                </a:lnTo>
                <a:lnTo>
                  <a:pt x="29321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39431" y="2255617"/>
            <a:ext cx="2932147" cy="6356958"/>
          </a:xfrm>
          <a:custGeom>
            <a:avLst/>
            <a:gdLst/>
            <a:ahLst/>
            <a:cxnLst/>
            <a:rect r="r" b="b" t="t" l="l"/>
            <a:pathLst>
              <a:path h="6356958" w="2932147">
                <a:moveTo>
                  <a:pt x="0" y="0"/>
                </a:moveTo>
                <a:lnTo>
                  <a:pt x="2932147" y="0"/>
                </a:lnTo>
                <a:lnTo>
                  <a:pt x="29321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28753" y="2255617"/>
            <a:ext cx="2932147" cy="6356958"/>
          </a:xfrm>
          <a:custGeom>
            <a:avLst/>
            <a:gdLst/>
            <a:ahLst/>
            <a:cxnLst/>
            <a:rect r="r" b="b" t="t" l="l"/>
            <a:pathLst>
              <a:path h="6356958" w="2932147">
                <a:moveTo>
                  <a:pt x="0" y="0"/>
                </a:moveTo>
                <a:lnTo>
                  <a:pt x="2932147" y="0"/>
                </a:lnTo>
                <a:lnTo>
                  <a:pt x="29321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712461" y="71746"/>
            <a:ext cx="10732227" cy="172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5"/>
              </a:lnSpc>
            </a:pPr>
            <a:r>
              <a:rPr lang="en-US" sz="10061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653652" y="7258380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671866" y="1052512"/>
            <a:ext cx="8944268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784186" y="573480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5"/>
                </a:lnTo>
                <a:lnTo>
                  <a:pt x="0" y="86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7579" y="1965021"/>
            <a:ext cx="3581217" cy="7764157"/>
          </a:xfrm>
          <a:custGeom>
            <a:avLst/>
            <a:gdLst/>
            <a:ahLst/>
            <a:cxnLst/>
            <a:rect r="r" b="b" t="t" l="l"/>
            <a:pathLst>
              <a:path h="7764157" w="3581217">
                <a:moveTo>
                  <a:pt x="0" y="0"/>
                </a:moveTo>
                <a:lnTo>
                  <a:pt x="3581217" y="0"/>
                </a:lnTo>
                <a:lnTo>
                  <a:pt x="3581217" y="7764157"/>
                </a:lnTo>
                <a:lnTo>
                  <a:pt x="0" y="7764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65714" y="1965021"/>
            <a:ext cx="3581217" cy="7764157"/>
          </a:xfrm>
          <a:custGeom>
            <a:avLst/>
            <a:gdLst/>
            <a:ahLst/>
            <a:cxnLst/>
            <a:rect r="r" b="b" t="t" l="l"/>
            <a:pathLst>
              <a:path h="7764157" w="3581217">
                <a:moveTo>
                  <a:pt x="0" y="0"/>
                </a:moveTo>
                <a:lnTo>
                  <a:pt x="3581217" y="0"/>
                </a:lnTo>
                <a:lnTo>
                  <a:pt x="3581217" y="7764157"/>
                </a:lnTo>
                <a:lnTo>
                  <a:pt x="0" y="7764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12660" y="1965021"/>
            <a:ext cx="3581217" cy="7764157"/>
          </a:xfrm>
          <a:custGeom>
            <a:avLst/>
            <a:gdLst/>
            <a:ahLst/>
            <a:cxnLst/>
            <a:rect r="r" b="b" t="t" l="l"/>
            <a:pathLst>
              <a:path h="7764157" w="3581217">
                <a:moveTo>
                  <a:pt x="0" y="0"/>
                </a:moveTo>
                <a:lnTo>
                  <a:pt x="3581218" y="0"/>
                </a:lnTo>
                <a:lnTo>
                  <a:pt x="3581218" y="7764157"/>
                </a:lnTo>
                <a:lnTo>
                  <a:pt x="0" y="7764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99999">
            <a:off x="8822491" y="4144236"/>
            <a:ext cx="5021696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89102" y="1353130"/>
            <a:ext cx="288473" cy="289783"/>
            <a:chOff x="0" y="0"/>
            <a:chExt cx="75976" cy="763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89102" y="4011906"/>
            <a:ext cx="288473" cy="289783"/>
            <a:chOff x="0" y="0"/>
            <a:chExt cx="75976" cy="76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89102" y="6664609"/>
            <a:ext cx="288473" cy="289783"/>
            <a:chOff x="0" y="0"/>
            <a:chExt cx="75976" cy="76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72870" y="9258300"/>
            <a:ext cx="11961783" cy="1301699"/>
            <a:chOff x="0" y="0"/>
            <a:chExt cx="3150429" cy="342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50429" cy="342834"/>
            </a:xfrm>
            <a:custGeom>
              <a:avLst/>
              <a:gdLst/>
              <a:ahLst/>
              <a:cxnLst/>
              <a:rect r="r" b="b" t="t" l="l"/>
              <a:pathLst>
                <a:path h="342834" w="3150429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5663" y="3714372"/>
            <a:ext cx="8115300" cy="35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RESULTADOS ESPERADOS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7451" y="1293195"/>
            <a:ext cx="3665784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RECURSOS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47451" y="3951971"/>
            <a:ext cx="4654331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GANANCIAS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47451" y="6604675"/>
            <a:ext cx="4361847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 MOVIL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47451" y="1862984"/>
            <a:ext cx="549678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un mejor uso de los recursos y tiempos del juego, disminuyendo los tiempos de espera o muertos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7451" y="4518777"/>
            <a:ext cx="549678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que el jugador vea un retorno de la inversion o ganacia superor a otras partidad o una mejor toma de deciciones con respecto al uso del dinero en el juego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7451" y="7169825"/>
            <a:ext cx="54967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Una app movil 100% funcional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88913" y="9258300"/>
            <a:ext cx="6894697" cy="1301699"/>
            <a:chOff x="0" y="0"/>
            <a:chExt cx="1815887" cy="342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15887" cy="342834"/>
            </a:xfrm>
            <a:custGeom>
              <a:avLst/>
              <a:gdLst/>
              <a:ahLst/>
              <a:cxnLst/>
              <a:rect r="r" b="b" t="t" l="l"/>
              <a:pathLst>
                <a:path h="342834" w="1815887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5663" y="1859733"/>
            <a:ext cx="4500416" cy="1108228"/>
          </a:xfrm>
          <a:custGeom>
            <a:avLst/>
            <a:gdLst/>
            <a:ahLst/>
            <a:cxnLst/>
            <a:rect r="r" b="b" t="t" l="l"/>
            <a:pathLst>
              <a:path h="1108228" w="4500416">
                <a:moveTo>
                  <a:pt x="0" y="0"/>
                </a:moveTo>
                <a:lnTo>
                  <a:pt x="4500416" y="0"/>
                </a:lnTo>
                <a:lnTo>
                  <a:pt x="4500416" y="1108227"/>
                </a:lnTo>
                <a:lnTo>
                  <a:pt x="0" y="110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99999">
            <a:off x="8822491" y="4144236"/>
            <a:ext cx="5021696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89102" y="1353130"/>
            <a:ext cx="288473" cy="289783"/>
            <a:chOff x="0" y="0"/>
            <a:chExt cx="75976" cy="763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89102" y="4011906"/>
            <a:ext cx="288473" cy="289783"/>
            <a:chOff x="0" y="0"/>
            <a:chExt cx="75976" cy="76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89102" y="6664609"/>
            <a:ext cx="288473" cy="289783"/>
            <a:chOff x="0" y="0"/>
            <a:chExt cx="75976" cy="76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72870" y="9258300"/>
            <a:ext cx="11961783" cy="1301699"/>
            <a:chOff x="0" y="0"/>
            <a:chExt cx="3150429" cy="342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50429" cy="342834"/>
            </a:xfrm>
            <a:custGeom>
              <a:avLst/>
              <a:gdLst/>
              <a:ahLst/>
              <a:cxnLst/>
              <a:rect r="r" b="b" t="t" l="l"/>
              <a:pathLst>
                <a:path h="342834" w="3150429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5663" y="3714372"/>
            <a:ext cx="8115300" cy="35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OBTACULOS</a:t>
            </a:r>
          </a:p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PRESENTADOS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7451" y="1293195"/>
            <a:ext cx="3665784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RECURSOS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47451" y="3951971"/>
            <a:ext cx="4654331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GANANCIAS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47451" y="6604675"/>
            <a:ext cx="4361847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 MOVIL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47451" y="1862984"/>
            <a:ext cx="549678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un mejor uso de los recursos y tiempos del juego, disminuyendo los tiempos de espera o muertos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7451" y="4518777"/>
            <a:ext cx="549678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que el jugador vea un retorno de la inversion o ganacia superor a otras partidad o una mejor toma de deciciones con respecto al uso del dinero en el juego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7451" y="7169825"/>
            <a:ext cx="54967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Una app movil 100% funcional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88913" y="9258300"/>
            <a:ext cx="6894697" cy="1301699"/>
            <a:chOff x="0" y="0"/>
            <a:chExt cx="1815887" cy="342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15887" cy="342834"/>
            </a:xfrm>
            <a:custGeom>
              <a:avLst/>
              <a:gdLst/>
              <a:ahLst/>
              <a:cxnLst/>
              <a:rect r="r" b="b" t="t" l="l"/>
              <a:pathLst>
                <a:path h="342834" w="1815887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5663" y="1859733"/>
            <a:ext cx="4500416" cy="1108228"/>
          </a:xfrm>
          <a:custGeom>
            <a:avLst/>
            <a:gdLst/>
            <a:ahLst/>
            <a:cxnLst/>
            <a:rect r="r" b="b" t="t" l="l"/>
            <a:pathLst>
              <a:path h="1108228" w="4500416">
                <a:moveTo>
                  <a:pt x="0" y="0"/>
                </a:moveTo>
                <a:lnTo>
                  <a:pt x="4500416" y="0"/>
                </a:lnTo>
                <a:lnTo>
                  <a:pt x="4500416" y="1108227"/>
                </a:lnTo>
                <a:lnTo>
                  <a:pt x="0" y="110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8483" y="3739443"/>
            <a:ext cx="5411033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GRACIAS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47610" y="-736084"/>
            <a:ext cx="2893876" cy="11759168"/>
            <a:chOff x="0" y="0"/>
            <a:chExt cx="762173" cy="3097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173" cy="3097065"/>
            </a:xfrm>
            <a:custGeom>
              <a:avLst/>
              <a:gdLst/>
              <a:ahLst/>
              <a:cxnLst/>
              <a:rect r="r" b="b" t="t" l="l"/>
              <a:pathLst>
                <a:path h="3097065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45138" y="-525469"/>
            <a:ext cx="2562910" cy="11337939"/>
            <a:chOff x="0" y="0"/>
            <a:chExt cx="675005" cy="29861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5005" cy="2986124"/>
            </a:xfrm>
            <a:custGeom>
              <a:avLst/>
              <a:gdLst/>
              <a:ahLst/>
              <a:cxnLst/>
              <a:rect r="r" b="b" t="t" l="l"/>
              <a:pathLst>
                <a:path h="2986124" w="675005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DAHFzcu51Sw</dc:identifier>
  <dcterms:modified xsi:type="dcterms:W3CDTF">2011-08-01T06:04:30Z</dcterms:modified>
  <cp:revision>1</cp:revision>
  <dc:title>Portafolio de titulo</dc:title>
</cp:coreProperties>
</file>