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Bebas Neue" panose="020B0604020202020204" charset="0"/>
      <p:regular r:id="rId14"/>
    </p:embeddedFont>
    <p:embeddedFont>
      <p:font typeface="Bebas Neue Cyrillic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Raleway" pitchFamily="2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72546" y="-535802"/>
            <a:ext cx="2176243" cy="11337939"/>
            <a:chOff x="0" y="0"/>
            <a:chExt cx="573167" cy="29861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3167" cy="2986124"/>
            </a:xfrm>
            <a:custGeom>
              <a:avLst/>
              <a:gdLst/>
              <a:ahLst/>
              <a:cxnLst/>
              <a:rect l="l" t="t" r="r" b="b"/>
              <a:pathLst>
                <a:path w="573167" h="2986124">
                  <a:moveTo>
                    <a:pt x="0" y="0"/>
                  </a:moveTo>
                  <a:lnTo>
                    <a:pt x="573167" y="0"/>
                  </a:lnTo>
                  <a:lnTo>
                    <a:pt x="573167" y="2986124"/>
                  </a:lnTo>
                  <a:lnTo>
                    <a:pt x="0" y="2986124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73167" cy="3024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2008932" y="7484837"/>
            <a:ext cx="191413" cy="708937"/>
          </a:xfrm>
          <a:custGeom>
            <a:avLst/>
            <a:gdLst/>
            <a:ahLst/>
            <a:cxnLst/>
            <a:rect l="l" t="t" r="r" b="b"/>
            <a:pathLst>
              <a:path w="191413" h="708937">
                <a:moveTo>
                  <a:pt x="0" y="0"/>
                </a:moveTo>
                <a:lnTo>
                  <a:pt x="191413" y="0"/>
                </a:lnTo>
                <a:lnTo>
                  <a:pt x="191413" y="708937"/>
                </a:lnTo>
                <a:lnTo>
                  <a:pt x="0" y="708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232156" y="605713"/>
            <a:ext cx="6606625" cy="9054908"/>
            <a:chOff x="0" y="0"/>
            <a:chExt cx="6383249" cy="8748753"/>
          </a:xfrm>
        </p:grpSpPr>
        <p:sp>
          <p:nvSpPr>
            <p:cNvPr id="7" name="Freeform 7"/>
            <p:cNvSpPr/>
            <p:nvPr/>
          </p:nvSpPr>
          <p:spPr>
            <a:xfrm>
              <a:off x="648908" y="396173"/>
              <a:ext cx="5085444" cy="7956401"/>
            </a:xfrm>
            <a:custGeom>
              <a:avLst/>
              <a:gdLst/>
              <a:ahLst/>
              <a:cxnLst/>
              <a:rect l="l" t="t" r="r" b="b"/>
              <a:pathLst>
                <a:path w="5085444" h="7956401">
                  <a:moveTo>
                    <a:pt x="2542716" y="7956401"/>
                  </a:moveTo>
                  <a:cubicBezTo>
                    <a:pt x="1140657" y="7956401"/>
                    <a:pt x="0" y="6815733"/>
                    <a:pt x="0" y="5413673"/>
                  </a:cubicBezTo>
                  <a:lnTo>
                    <a:pt x="0" y="2542723"/>
                  </a:lnTo>
                  <a:cubicBezTo>
                    <a:pt x="0" y="1140663"/>
                    <a:pt x="1140655" y="0"/>
                    <a:pt x="2542716" y="0"/>
                  </a:cubicBezTo>
                  <a:cubicBezTo>
                    <a:pt x="3944777" y="0"/>
                    <a:pt x="5085444" y="1140662"/>
                    <a:pt x="5085444" y="2542723"/>
                  </a:cubicBezTo>
                  <a:lnTo>
                    <a:pt x="5085444" y="5413673"/>
                  </a:lnTo>
                  <a:cubicBezTo>
                    <a:pt x="5085445" y="6815733"/>
                    <a:pt x="3944777" y="7956401"/>
                    <a:pt x="2542716" y="7956401"/>
                  </a:cubicBezTo>
                  <a:close/>
                </a:path>
              </a:pathLst>
            </a:custGeom>
            <a:blipFill>
              <a:blip r:embed="rId4"/>
              <a:stretch>
                <a:fillRect l="-12581" r="-1258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" y="5650"/>
              <a:ext cx="6383236" cy="8737452"/>
            </a:xfrm>
            <a:custGeom>
              <a:avLst/>
              <a:gdLst/>
              <a:ahLst/>
              <a:cxnLst/>
              <a:rect l="l" t="t" r="r" b="b"/>
              <a:pathLst>
                <a:path w="6383236" h="8737452">
                  <a:moveTo>
                    <a:pt x="3191610" y="380999"/>
                  </a:moveTo>
                  <a:cubicBezTo>
                    <a:pt x="1784298" y="380999"/>
                    <a:pt x="639369" y="1525933"/>
                    <a:pt x="639369" y="2933247"/>
                  </a:cubicBezTo>
                  <a:lnTo>
                    <a:pt x="639369" y="5804197"/>
                  </a:lnTo>
                  <a:cubicBezTo>
                    <a:pt x="639369" y="7211516"/>
                    <a:pt x="1784298" y="8356450"/>
                    <a:pt x="3191610" y="8356450"/>
                  </a:cubicBezTo>
                  <a:cubicBezTo>
                    <a:pt x="4598929" y="8356450"/>
                    <a:pt x="5743863" y="7211516"/>
                    <a:pt x="5743863" y="5804198"/>
                  </a:cubicBezTo>
                  <a:lnTo>
                    <a:pt x="5743863" y="2933246"/>
                  </a:lnTo>
                  <a:cubicBezTo>
                    <a:pt x="5743864" y="1525933"/>
                    <a:pt x="4598929" y="380999"/>
                    <a:pt x="3191610" y="380999"/>
                  </a:cubicBezTo>
                  <a:close/>
                  <a:moveTo>
                    <a:pt x="5724814" y="5804196"/>
                  </a:moveTo>
                  <a:cubicBezTo>
                    <a:pt x="5724814" y="7201011"/>
                    <a:pt x="4588425" y="8337399"/>
                    <a:pt x="3191612" y="8337399"/>
                  </a:cubicBezTo>
                  <a:cubicBezTo>
                    <a:pt x="1794803" y="8337399"/>
                    <a:pt x="658420" y="7201009"/>
                    <a:pt x="658420" y="5804196"/>
                  </a:cubicBezTo>
                  <a:lnTo>
                    <a:pt x="658420" y="2933246"/>
                  </a:lnTo>
                  <a:cubicBezTo>
                    <a:pt x="658420" y="1536437"/>
                    <a:pt x="1794803" y="400048"/>
                    <a:pt x="3191612" y="400048"/>
                  </a:cubicBezTo>
                  <a:cubicBezTo>
                    <a:pt x="4588426" y="400048"/>
                    <a:pt x="5724814" y="1536437"/>
                    <a:pt x="5724814" y="2933246"/>
                  </a:cubicBezTo>
                  <a:lnTo>
                    <a:pt x="5724814" y="5804196"/>
                  </a:lnTo>
                  <a:close/>
                  <a:moveTo>
                    <a:pt x="6124864" y="4188866"/>
                  </a:moveTo>
                  <a:lnTo>
                    <a:pt x="6124864" y="2933247"/>
                  </a:lnTo>
                  <a:cubicBezTo>
                    <a:pt x="6124864" y="2149753"/>
                    <a:pt x="5819754" y="1413147"/>
                    <a:pt x="5265741" y="859135"/>
                  </a:cubicBezTo>
                  <a:cubicBezTo>
                    <a:pt x="4711717" y="305110"/>
                    <a:pt x="3975117" y="0"/>
                    <a:pt x="3191610" y="0"/>
                  </a:cubicBezTo>
                  <a:cubicBezTo>
                    <a:pt x="2408111" y="0"/>
                    <a:pt x="1671511" y="305110"/>
                    <a:pt x="1117492" y="859135"/>
                  </a:cubicBezTo>
                  <a:cubicBezTo>
                    <a:pt x="563479" y="1413147"/>
                    <a:pt x="258369" y="2149753"/>
                    <a:pt x="258369" y="2933247"/>
                  </a:cubicBezTo>
                  <a:lnTo>
                    <a:pt x="258369" y="4188869"/>
                  </a:lnTo>
                  <a:cubicBezTo>
                    <a:pt x="217862" y="4278875"/>
                    <a:pt x="142047" y="4365847"/>
                    <a:pt x="0" y="4386273"/>
                  </a:cubicBezTo>
                  <a:cubicBezTo>
                    <a:pt x="142047" y="4406698"/>
                    <a:pt x="217862" y="4493670"/>
                    <a:pt x="258369" y="4583676"/>
                  </a:cubicBezTo>
                  <a:lnTo>
                    <a:pt x="258369" y="5804197"/>
                  </a:lnTo>
                  <a:cubicBezTo>
                    <a:pt x="258369" y="6587703"/>
                    <a:pt x="563479" y="7324303"/>
                    <a:pt x="1117492" y="7878328"/>
                  </a:cubicBezTo>
                  <a:cubicBezTo>
                    <a:pt x="1671511" y="8432340"/>
                    <a:pt x="2408110" y="8737452"/>
                    <a:pt x="3191610" y="8737452"/>
                  </a:cubicBezTo>
                  <a:cubicBezTo>
                    <a:pt x="3975117" y="8737452"/>
                    <a:pt x="4711717" y="8432342"/>
                    <a:pt x="5265741" y="7878328"/>
                  </a:cubicBezTo>
                  <a:cubicBezTo>
                    <a:pt x="5819753" y="7324303"/>
                    <a:pt x="6124864" y="6587703"/>
                    <a:pt x="6124864" y="5804198"/>
                  </a:cubicBezTo>
                  <a:lnTo>
                    <a:pt x="6124864" y="4583678"/>
                  </a:lnTo>
                  <a:cubicBezTo>
                    <a:pt x="6165374" y="4493672"/>
                    <a:pt x="6241189" y="4406699"/>
                    <a:pt x="6383236" y="4386273"/>
                  </a:cubicBezTo>
                  <a:cubicBezTo>
                    <a:pt x="6241189" y="4365846"/>
                    <a:pt x="6165374" y="4278873"/>
                    <a:pt x="6124864" y="4188866"/>
                  </a:cubicBezTo>
                  <a:close/>
                  <a:moveTo>
                    <a:pt x="5252260" y="7864846"/>
                  </a:moveTo>
                  <a:cubicBezTo>
                    <a:pt x="4701845" y="8415275"/>
                    <a:pt x="3970019" y="8718400"/>
                    <a:pt x="3191610" y="8718400"/>
                  </a:cubicBezTo>
                  <a:cubicBezTo>
                    <a:pt x="2413202" y="8718400"/>
                    <a:pt x="1681384" y="8415274"/>
                    <a:pt x="1130960" y="7864846"/>
                  </a:cubicBezTo>
                  <a:cubicBezTo>
                    <a:pt x="580545" y="7314431"/>
                    <a:pt x="277419" y="6582605"/>
                    <a:pt x="277419" y="5804196"/>
                  </a:cubicBezTo>
                  <a:lnTo>
                    <a:pt x="277419" y="4583669"/>
                  </a:lnTo>
                  <a:cubicBezTo>
                    <a:pt x="317928" y="4493665"/>
                    <a:pt x="393743" y="4406697"/>
                    <a:pt x="535784" y="4386272"/>
                  </a:cubicBezTo>
                  <a:cubicBezTo>
                    <a:pt x="393743" y="4365846"/>
                    <a:pt x="317927" y="4278877"/>
                    <a:pt x="277419" y="4188873"/>
                  </a:cubicBezTo>
                  <a:lnTo>
                    <a:pt x="277419" y="2933246"/>
                  </a:lnTo>
                  <a:cubicBezTo>
                    <a:pt x="277419" y="2154837"/>
                    <a:pt x="580545" y="1423019"/>
                    <a:pt x="1130960" y="872602"/>
                  </a:cubicBezTo>
                  <a:cubicBezTo>
                    <a:pt x="1681383" y="322180"/>
                    <a:pt x="2413202" y="19049"/>
                    <a:pt x="3191610" y="19049"/>
                  </a:cubicBezTo>
                  <a:cubicBezTo>
                    <a:pt x="3970019" y="19049"/>
                    <a:pt x="4701844" y="322181"/>
                    <a:pt x="5252260" y="872603"/>
                  </a:cubicBezTo>
                  <a:cubicBezTo>
                    <a:pt x="5802688" y="1423019"/>
                    <a:pt x="6105815" y="2154838"/>
                    <a:pt x="6105815" y="2933247"/>
                  </a:cubicBezTo>
                  <a:lnTo>
                    <a:pt x="6105815" y="4188877"/>
                  </a:lnTo>
                  <a:cubicBezTo>
                    <a:pt x="6065306" y="4278881"/>
                    <a:pt x="5989491" y="4365849"/>
                    <a:pt x="5847448" y="4386273"/>
                  </a:cubicBezTo>
                  <a:cubicBezTo>
                    <a:pt x="5989489" y="4406697"/>
                    <a:pt x="6065306" y="4493665"/>
                    <a:pt x="6105815" y="4583669"/>
                  </a:cubicBezTo>
                  <a:lnTo>
                    <a:pt x="6105815" y="5804198"/>
                  </a:lnTo>
                  <a:cubicBezTo>
                    <a:pt x="6105814" y="6582604"/>
                    <a:pt x="5802688" y="7314430"/>
                    <a:pt x="5252260" y="7864846"/>
                  </a:cubicBezTo>
                  <a:close/>
                </a:path>
              </a:pathLst>
            </a:custGeom>
            <a:solidFill>
              <a:srgbClr val="171D4B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750170" y="208252"/>
            <a:ext cx="6663541" cy="1640897"/>
          </a:xfrm>
          <a:custGeom>
            <a:avLst/>
            <a:gdLst/>
            <a:ahLst/>
            <a:cxnLst/>
            <a:rect l="l" t="t" r="r" b="b"/>
            <a:pathLst>
              <a:path w="6663541" h="1640897">
                <a:moveTo>
                  <a:pt x="0" y="0"/>
                </a:moveTo>
                <a:lnTo>
                  <a:pt x="6663541" y="0"/>
                </a:lnTo>
                <a:lnTo>
                  <a:pt x="6663541" y="1640896"/>
                </a:lnTo>
                <a:lnTo>
                  <a:pt x="0" y="1640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50170" y="3263725"/>
            <a:ext cx="10193008" cy="363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1149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APP</a:t>
            </a:r>
          </a:p>
          <a:p>
            <a:pPr algn="l">
              <a:lnSpc>
                <a:spcPts val="9199"/>
              </a:lnSpc>
            </a:pPr>
            <a:r>
              <a:rPr lang="en-US" sz="1149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MOVIL</a:t>
            </a:r>
          </a:p>
          <a:p>
            <a:pPr algn="l">
              <a:lnSpc>
                <a:spcPts val="9199"/>
              </a:lnSpc>
            </a:pPr>
            <a:r>
              <a:rPr lang="en-US" sz="1149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STARDEW VALLEY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0170" y="6800624"/>
            <a:ext cx="7137179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BY FRANCISCA MIX Y RICARDO VARGAS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0170" y="2261732"/>
            <a:ext cx="4273148" cy="398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8"/>
              </a:lnSpc>
            </a:pPr>
            <a:r>
              <a:rPr lang="en-US" sz="229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Portafolio de titulo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47610" y="-736084"/>
            <a:ext cx="2893876" cy="11759168"/>
            <a:chOff x="0" y="0"/>
            <a:chExt cx="762173" cy="30970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173" cy="3097065"/>
            </a:xfrm>
            <a:custGeom>
              <a:avLst/>
              <a:gdLst/>
              <a:ahLst/>
              <a:cxnLst/>
              <a:rect l="l" t="t" r="r" b="b"/>
              <a:pathLst>
                <a:path w="762173" h="3097065">
                  <a:moveTo>
                    <a:pt x="0" y="0"/>
                  </a:moveTo>
                  <a:lnTo>
                    <a:pt x="762173" y="0"/>
                  </a:lnTo>
                  <a:lnTo>
                    <a:pt x="762173" y="3097065"/>
                  </a:lnTo>
                  <a:lnTo>
                    <a:pt x="0" y="3097065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62173" cy="3135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345138" y="-525469"/>
            <a:ext cx="2562910" cy="11337939"/>
            <a:chOff x="0" y="0"/>
            <a:chExt cx="675005" cy="29861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5005" cy="2986124"/>
            </a:xfrm>
            <a:custGeom>
              <a:avLst/>
              <a:gdLst/>
              <a:ahLst/>
              <a:cxnLst/>
              <a:rect l="l" t="t" r="r" b="b"/>
              <a:pathLst>
                <a:path w="675005" h="2986124">
                  <a:moveTo>
                    <a:pt x="0" y="0"/>
                  </a:moveTo>
                  <a:lnTo>
                    <a:pt x="675005" y="0"/>
                  </a:lnTo>
                  <a:lnTo>
                    <a:pt x="675005" y="2986124"/>
                  </a:lnTo>
                  <a:lnTo>
                    <a:pt x="0" y="2986124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75005" cy="3024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26646" y="3378554"/>
            <a:ext cx="5975143" cy="6861341"/>
            <a:chOff x="0" y="0"/>
            <a:chExt cx="1573700" cy="18071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73700" cy="1807102"/>
            </a:xfrm>
            <a:custGeom>
              <a:avLst/>
              <a:gdLst/>
              <a:ahLst/>
              <a:cxnLst/>
              <a:rect l="l" t="t" r="r" b="b"/>
              <a:pathLst>
                <a:path w="1573700" h="1807102">
                  <a:moveTo>
                    <a:pt x="0" y="0"/>
                  </a:moveTo>
                  <a:lnTo>
                    <a:pt x="1573700" y="0"/>
                  </a:lnTo>
                  <a:lnTo>
                    <a:pt x="1573700" y="1807102"/>
                  </a:lnTo>
                  <a:lnTo>
                    <a:pt x="0" y="1807102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73700" cy="1845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51847" y="3378554"/>
            <a:ext cx="5975143" cy="6861341"/>
            <a:chOff x="0" y="0"/>
            <a:chExt cx="1573700" cy="18071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3700" cy="1807102"/>
            </a:xfrm>
            <a:custGeom>
              <a:avLst/>
              <a:gdLst/>
              <a:ahLst/>
              <a:cxnLst/>
              <a:rect l="l" t="t" r="r" b="b"/>
              <a:pathLst>
                <a:path w="1573700" h="1807102">
                  <a:moveTo>
                    <a:pt x="0" y="0"/>
                  </a:moveTo>
                  <a:lnTo>
                    <a:pt x="1573700" y="0"/>
                  </a:lnTo>
                  <a:lnTo>
                    <a:pt x="1573700" y="1807102"/>
                  </a:lnTo>
                  <a:lnTo>
                    <a:pt x="0" y="1807102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73700" cy="1845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079717" y="259578"/>
            <a:ext cx="2171763" cy="534797"/>
          </a:xfrm>
          <a:custGeom>
            <a:avLst/>
            <a:gdLst/>
            <a:ahLst/>
            <a:cxnLst/>
            <a:rect l="l" t="t" r="r" b="b"/>
            <a:pathLst>
              <a:path w="2171763" h="534797">
                <a:moveTo>
                  <a:pt x="0" y="0"/>
                </a:moveTo>
                <a:lnTo>
                  <a:pt x="2171763" y="0"/>
                </a:lnTo>
                <a:lnTo>
                  <a:pt x="2171763" y="534797"/>
                </a:lnTo>
                <a:lnTo>
                  <a:pt x="0" y="534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384931" y="-26172"/>
            <a:ext cx="9521542" cy="252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2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INTEGRANTRES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97426" y="4352676"/>
            <a:ext cx="4633584" cy="55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4149">
                <a:solidFill>
                  <a:srgbClr val="F8F5E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FRANCISCA MIX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73274" y="4203782"/>
            <a:ext cx="4633584" cy="55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4149">
                <a:solidFill>
                  <a:srgbClr val="F8F5E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RICARDO VARGAS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97426" y="5609063"/>
            <a:ext cx="4633584" cy="235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</a:pPr>
            <a:r>
              <a:rPr lang="en-US" sz="2243">
                <a:solidFill>
                  <a:srgbClr val="F8F5E6"/>
                </a:solidFill>
                <a:latin typeface="Raleway"/>
                <a:ea typeface="Raleway"/>
                <a:cs typeface="Raleway"/>
                <a:sym typeface="Raleway"/>
              </a:rPr>
              <a:t>CARGOS:  Desarrollador</a:t>
            </a:r>
          </a:p>
          <a:p>
            <a:pPr algn="ctr">
              <a:lnSpc>
                <a:spcPts val="3141"/>
              </a:lnSpc>
            </a:pPr>
            <a:endParaRPr lang="en-US" sz="2243">
              <a:solidFill>
                <a:srgbClr val="F8F5E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ctr">
              <a:lnSpc>
                <a:spcPts val="3141"/>
              </a:lnSpc>
            </a:pPr>
            <a:r>
              <a:rPr lang="en-US" sz="2243">
                <a:solidFill>
                  <a:srgbClr val="F8F5E6"/>
                </a:solidFill>
                <a:latin typeface="Raleway"/>
                <a:ea typeface="Raleway"/>
                <a:cs typeface="Raleway"/>
                <a:sym typeface="Raleway"/>
              </a:rPr>
              <a:t>FUNCIONES: desarrollar un App movil enfocada en mejorar la experiencia de los jugadores de Stadew Valley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22627" y="5609063"/>
            <a:ext cx="4633584" cy="235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</a:pPr>
            <a:r>
              <a:rPr lang="en-US" sz="2243">
                <a:solidFill>
                  <a:srgbClr val="F8F5E6"/>
                </a:solidFill>
                <a:latin typeface="Raleway"/>
                <a:ea typeface="Raleway"/>
                <a:cs typeface="Raleway"/>
                <a:sym typeface="Raleway"/>
              </a:rPr>
              <a:t>CARGOS:  Desarrollador</a:t>
            </a:r>
          </a:p>
          <a:p>
            <a:pPr algn="ctr">
              <a:lnSpc>
                <a:spcPts val="3141"/>
              </a:lnSpc>
            </a:pPr>
            <a:endParaRPr lang="en-US" sz="2243">
              <a:solidFill>
                <a:srgbClr val="F8F5E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ctr">
              <a:lnSpc>
                <a:spcPts val="3141"/>
              </a:lnSpc>
            </a:pPr>
            <a:r>
              <a:rPr lang="en-US" sz="2243">
                <a:solidFill>
                  <a:srgbClr val="F8F5E6"/>
                </a:solidFill>
                <a:latin typeface="Raleway"/>
                <a:ea typeface="Raleway"/>
                <a:cs typeface="Raleway"/>
                <a:sym typeface="Raleway"/>
              </a:rPr>
              <a:t>FUNCIONES: desarrollar un App movil enfocada en mejorar la experiencia de los jugadores de Stadew Valley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7671965" y="2304650"/>
            <a:ext cx="191413" cy="708937"/>
          </a:xfrm>
          <a:custGeom>
            <a:avLst/>
            <a:gdLst/>
            <a:ahLst/>
            <a:cxnLst/>
            <a:rect l="l" t="t" r="r" b="b"/>
            <a:pathLst>
              <a:path w="191413" h="708937">
                <a:moveTo>
                  <a:pt x="0" y="0"/>
                </a:moveTo>
                <a:lnTo>
                  <a:pt x="191413" y="0"/>
                </a:lnTo>
                <a:lnTo>
                  <a:pt x="191413" y="708937"/>
                </a:lnTo>
                <a:lnTo>
                  <a:pt x="0" y="708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257431" y="1848536"/>
            <a:ext cx="6849460" cy="7942442"/>
            <a:chOff x="0" y="0"/>
            <a:chExt cx="7548118" cy="8752586"/>
          </a:xfrm>
        </p:grpSpPr>
        <p:sp>
          <p:nvSpPr>
            <p:cNvPr id="4" name="Freeform 4"/>
            <p:cNvSpPr/>
            <p:nvPr/>
          </p:nvSpPr>
          <p:spPr>
            <a:xfrm>
              <a:off x="648843" y="390652"/>
              <a:ext cx="6250432" cy="7971409"/>
            </a:xfrm>
            <a:custGeom>
              <a:avLst/>
              <a:gdLst/>
              <a:ahLst/>
              <a:cxnLst/>
              <a:rect l="l" t="t" r="r" b="b"/>
              <a:pathLst>
                <a:path w="6250432" h="7971409">
                  <a:moveTo>
                    <a:pt x="0" y="7971409"/>
                  </a:moveTo>
                  <a:lnTo>
                    <a:pt x="0" y="3197733"/>
                  </a:lnTo>
                  <a:cubicBezTo>
                    <a:pt x="11557" y="2327275"/>
                    <a:pt x="381254" y="1508125"/>
                    <a:pt x="1041019" y="891032"/>
                  </a:cubicBezTo>
                  <a:cubicBezTo>
                    <a:pt x="1637538" y="333121"/>
                    <a:pt x="2416556" y="0"/>
                    <a:pt x="3125216" y="0"/>
                  </a:cubicBezTo>
                  <a:cubicBezTo>
                    <a:pt x="3833876" y="0"/>
                    <a:pt x="4612894" y="333121"/>
                    <a:pt x="5209413" y="891032"/>
                  </a:cubicBezTo>
                  <a:cubicBezTo>
                    <a:pt x="5869178" y="1508252"/>
                    <a:pt x="6238875" y="2327275"/>
                    <a:pt x="6250432" y="3197733"/>
                  </a:cubicBezTo>
                  <a:lnTo>
                    <a:pt x="6250432" y="7971409"/>
                  </a:lnTo>
                  <a:lnTo>
                    <a:pt x="0" y="7971409"/>
                  </a:lnTo>
                  <a:close/>
                </a:path>
              </a:pathLst>
            </a:custGeom>
            <a:blipFill>
              <a:blip r:embed="rId4"/>
              <a:stretch>
                <a:fillRect l="-29681" r="-2968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955" y="0"/>
              <a:ext cx="7506082" cy="8752332"/>
            </a:xfrm>
            <a:custGeom>
              <a:avLst/>
              <a:gdLst/>
              <a:ahLst/>
              <a:cxnLst/>
              <a:rect l="l" t="t" r="r" b="b"/>
              <a:pathLst>
                <a:path w="7506082" h="8752332">
                  <a:moveTo>
                    <a:pt x="5843778" y="1274572"/>
                  </a:moveTo>
                  <a:cubicBezTo>
                    <a:pt x="5245608" y="715010"/>
                    <a:pt x="4464050" y="381000"/>
                    <a:pt x="3753104" y="381000"/>
                  </a:cubicBezTo>
                  <a:cubicBezTo>
                    <a:pt x="3042158" y="381000"/>
                    <a:pt x="2260600" y="715010"/>
                    <a:pt x="1662430" y="1274572"/>
                  </a:cubicBezTo>
                  <a:cubicBezTo>
                    <a:pt x="1000887" y="1893570"/>
                    <a:pt x="630047" y="2715133"/>
                    <a:pt x="618363" y="3588385"/>
                  </a:cubicBezTo>
                  <a:lnTo>
                    <a:pt x="618363" y="8371586"/>
                  </a:lnTo>
                  <a:lnTo>
                    <a:pt x="6887845" y="8371586"/>
                  </a:lnTo>
                  <a:lnTo>
                    <a:pt x="6887845" y="3588258"/>
                  </a:lnTo>
                  <a:cubicBezTo>
                    <a:pt x="6876161" y="2715133"/>
                    <a:pt x="6505321" y="1893570"/>
                    <a:pt x="5843778" y="1274572"/>
                  </a:cubicBezTo>
                  <a:close/>
                  <a:moveTo>
                    <a:pt x="6868795" y="8352536"/>
                  </a:moveTo>
                  <a:lnTo>
                    <a:pt x="637413" y="8352536"/>
                  </a:lnTo>
                  <a:lnTo>
                    <a:pt x="637413" y="3588512"/>
                  </a:lnTo>
                  <a:cubicBezTo>
                    <a:pt x="648970" y="2720721"/>
                    <a:pt x="1017651" y="1903857"/>
                    <a:pt x="1675384" y="1288542"/>
                  </a:cubicBezTo>
                  <a:cubicBezTo>
                    <a:pt x="2270252" y="732155"/>
                    <a:pt x="3046857" y="400050"/>
                    <a:pt x="3753104" y="400050"/>
                  </a:cubicBezTo>
                  <a:cubicBezTo>
                    <a:pt x="4459351" y="400050"/>
                    <a:pt x="5235956" y="732155"/>
                    <a:pt x="5830697" y="1288542"/>
                  </a:cubicBezTo>
                  <a:cubicBezTo>
                    <a:pt x="6488430" y="1903857"/>
                    <a:pt x="6857111" y="2720594"/>
                    <a:pt x="6868668" y="3588385"/>
                  </a:cubicBezTo>
                  <a:lnTo>
                    <a:pt x="6868668" y="8352536"/>
                  </a:lnTo>
                  <a:close/>
                  <a:moveTo>
                    <a:pt x="7440676" y="3732784"/>
                  </a:moveTo>
                  <a:cubicBezTo>
                    <a:pt x="7404100" y="3717544"/>
                    <a:pt x="7371208" y="3695446"/>
                    <a:pt x="7343013" y="3667506"/>
                  </a:cubicBezTo>
                  <a:cubicBezTo>
                    <a:pt x="7314693" y="3639439"/>
                    <a:pt x="7292468" y="3606800"/>
                    <a:pt x="7276973" y="3570351"/>
                  </a:cubicBezTo>
                  <a:cubicBezTo>
                    <a:pt x="7273544" y="3562223"/>
                    <a:pt x="7270496" y="3554095"/>
                    <a:pt x="7267830" y="3545840"/>
                  </a:cubicBezTo>
                  <a:cubicBezTo>
                    <a:pt x="7244843" y="2582164"/>
                    <a:pt x="6832727" y="1678178"/>
                    <a:pt x="6104128" y="996569"/>
                  </a:cubicBezTo>
                  <a:cubicBezTo>
                    <a:pt x="5437124" y="372491"/>
                    <a:pt x="4558157" y="0"/>
                    <a:pt x="3753104" y="0"/>
                  </a:cubicBezTo>
                  <a:cubicBezTo>
                    <a:pt x="2948051" y="0"/>
                    <a:pt x="2069084" y="372491"/>
                    <a:pt x="1402207" y="996442"/>
                  </a:cubicBezTo>
                  <a:cubicBezTo>
                    <a:pt x="663448" y="1687449"/>
                    <a:pt x="249809" y="2607056"/>
                    <a:pt x="237490" y="3586226"/>
                  </a:cubicBezTo>
                  <a:lnTo>
                    <a:pt x="237490" y="6819900"/>
                  </a:lnTo>
                  <a:cubicBezTo>
                    <a:pt x="234569" y="6829298"/>
                    <a:pt x="231394" y="6838569"/>
                    <a:pt x="227584" y="6847586"/>
                  </a:cubicBezTo>
                  <a:cubicBezTo>
                    <a:pt x="212344" y="6884162"/>
                    <a:pt x="190246" y="6917055"/>
                    <a:pt x="162306" y="6945249"/>
                  </a:cubicBezTo>
                  <a:cubicBezTo>
                    <a:pt x="134239" y="6973570"/>
                    <a:pt x="101600" y="6995795"/>
                    <a:pt x="65151" y="7011289"/>
                  </a:cubicBezTo>
                  <a:cubicBezTo>
                    <a:pt x="44069" y="7020306"/>
                    <a:pt x="22352" y="7026783"/>
                    <a:pt x="0" y="7030847"/>
                  </a:cubicBezTo>
                  <a:cubicBezTo>
                    <a:pt x="22352" y="7034784"/>
                    <a:pt x="44196" y="7041134"/>
                    <a:pt x="65278" y="7049897"/>
                  </a:cubicBezTo>
                  <a:cubicBezTo>
                    <a:pt x="101854" y="7065137"/>
                    <a:pt x="134747" y="7087235"/>
                    <a:pt x="162941" y="7115175"/>
                  </a:cubicBezTo>
                  <a:cubicBezTo>
                    <a:pt x="191262" y="7143242"/>
                    <a:pt x="213487" y="7175881"/>
                    <a:pt x="228981" y="7212330"/>
                  </a:cubicBezTo>
                  <a:cubicBezTo>
                    <a:pt x="232156" y="7219824"/>
                    <a:pt x="234950" y="7227443"/>
                    <a:pt x="237490" y="7235063"/>
                  </a:cubicBezTo>
                  <a:lnTo>
                    <a:pt x="237490" y="8709787"/>
                  </a:lnTo>
                  <a:cubicBezTo>
                    <a:pt x="237490" y="8733282"/>
                    <a:pt x="256540" y="8752332"/>
                    <a:pt x="280035" y="8752332"/>
                  </a:cubicBezTo>
                  <a:lnTo>
                    <a:pt x="7226427" y="8752332"/>
                  </a:lnTo>
                  <a:cubicBezTo>
                    <a:pt x="7249922" y="8752332"/>
                    <a:pt x="7268972" y="8733282"/>
                    <a:pt x="7268972" y="8709787"/>
                  </a:cubicBezTo>
                  <a:lnTo>
                    <a:pt x="7268972" y="3961765"/>
                  </a:lnTo>
                  <a:cubicBezTo>
                    <a:pt x="7271766" y="3952875"/>
                    <a:pt x="7274941" y="3943985"/>
                    <a:pt x="7278497" y="3935349"/>
                  </a:cubicBezTo>
                  <a:cubicBezTo>
                    <a:pt x="7293737" y="3898773"/>
                    <a:pt x="7315835" y="3865880"/>
                    <a:pt x="7343775" y="3837686"/>
                  </a:cubicBezTo>
                  <a:cubicBezTo>
                    <a:pt x="7371843" y="3809365"/>
                    <a:pt x="7404482" y="3787140"/>
                    <a:pt x="7440931" y="3771646"/>
                  </a:cubicBezTo>
                  <a:cubicBezTo>
                    <a:pt x="7462012" y="3762629"/>
                    <a:pt x="7483730" y="3756152"/>
                    <a:pt x="7506082" y="3752088"/>
                  </a:cubicBezTo>
                  <a:cubicBezTo>
                    <a:pt x="7483602" y="3748024"/>
                    <a:pt x="7461758" y="3741547"/>
                    <a:pt x="7440676" y="3732784"/>
                  </a:cubicBezTo>
                  <a:close/>
                  <a:moveTo>
                    <a:pt x="7249795" y="8710041"/>
                  </a:moveTo>
                  <a:cubicBezTo>
                    <a:pt x="7249795" y="8722995"/>
                    <a:pt x="7239254" y="8733536"/>
                    <a:pt x="7226300" y="8733536"/>
                  </a:cubicBezTo>
                  <a:lnTo>
                    <a:pt x="279908" y="8733536"/>
                  </a:lnTo>
                  <a:cubicBezTo>
                    <a:pt x="266954" y="8733536"/>
                    <a:pt x="256413" y="8722995"/>
                    <a:pt x="256413" y="8710041"/>
                  </a:cubicBezTo>
                  <a:lnTo>
                    <a:pt x="256413" y="7243699"/>
                  </a:lnTo>
                  <a:cubicBezTo>
                    <a:pt x="259588" y="7233158"/>
                    <a:pt x="263271" y="7222744"/>
                    <a:pt x="267462" y="7212457"/>
                  </a:cubicBezTo>
                  <a:cubicBezTo>
                    <a:pt x="282702" y="7175881"/>
                    <a:pt x="304800" y="7142988"/>
                    <a:pt x="332740" y="7114794"/>
                  </a:cubicBezTo>
                  <a:cubicBezTo>
                    <a:pt x="360807" y="7086473"/>
                    <a:pt x="393446" y="7064248"/>
                    <a:pt x="429895" y="7048753"/>
                  </a:cubicBezTo>
                  <a:cubicBezTo>
                    <a:pt x="450977" y="7039736"/>
                    <a:pt x="472694" y="7033260"/>
                    <a:pt x="495046" y="7029196"/>
                  </a:cubicBezTo>
                  <a:cubicBezTo>
                    <a:pt x="472694" y="7025259"/>
                    <a:pt x="450850" y="7018909"/>
                    <a:pt x="429768" y="7010146"/>
                  </a:cubicBezTo>
                  <a:cubicBezTo>
                    <a:pt x="393192" y="6994906"/>
                    <a:pt x="360299" y="6972808"/>
                    <a:pt x="332105" y="6944868"/>
                  </a:cubicBezTo>
                  <a:cubicBezTo>
                    <a:pt x="303784" y="6916800"/>
                    <a:pt x="281559" y="6884161"/>
                    <a:pt x="266065" y="6847712"/>
                  </a:cubicBezTo>
                  <a:cubicBezTo>
                    <a:pt x="262382" y="6839076"/>
                    <a:pt x="259207" y="6830440"/>
                    <a:pt x="256413" y="6821550"/>
                  </a:cubicBezTo>
                  <a:lnTo>
                    <a:pt x="256413" y="3585972"/>
                  </a:lnTo>
                  <a:cubicBezTo>
                    <a:pt x="268732" y="2612517"/>
                    <a:pt x="680212" y="1697863"/>
                    <a:pt x="1415161" y="1010285"/>
                  </a:cubicBezTo>
                  <a:cubicBezTo>
                    <a:pt x="2078736" y="389636"/>
                    <a:pt x="2952750" y="19050"/>
                    <a:pt x="3753104" y="19050"/>
                  </a:cubicBezTo>
                  <a:cubicBezTo>
                    <a:pt x="4553458" y="19050"/>
                    <a:pt x="5427472" y="389636"/>
                    <a:pt x="6091047" y="1010285"/>
                  </a:cubicBezTo>
                  <a:cubicBezTo>
                    <a:pt x="6814693" y="1687195"/>
                    <a:pt x="7224395" y="2584450"/>
                    <a:pt x="7248652" y="3541395"/>
                  </a:cubicBezTo>
                  <a:cubicBezTo>
                    <a:pt x="7245732" y="3551174"/>
                    <a:pt x="7242302" y="3560826"/>
                    <a:pt x="7238238" y="3570351"/>
                  </a:cubicBezTo>
                  <a:cubicBezTo>
                    <a:pt x="7222998" y="3606927"/>
                    <a:pt x="7200900" y="3639820"/>
                    <a:pt x="7172960" y="3668014"/>
                  </a:cubicBezTo>
                  <a:cubicBezTo>
                    <a:pt x="7145020" y="3696208"/>
                    <a:pt x="7112254" y="3718560"/>
                    <a:pt x="7075805" y="3734054"/>
                  </a:cubicBezTo>
                  <a:cubicBezTo>
                    <a:pt x="7054723" y="3743071"/>
                    <a:pt x="7033006" y="3749548"/>
                    <a:pt x="7010654" y="3753612"/>
                  </a:cubicBezTo>
                  <a:cubicBezTo>
                    <a:pt x="7033006" y="3757549"/>
                    <a:pt x="7054850" y="3763899"/>
                    <a:pt x="7075932" y="3772662"/>
                  </a:cubicBezTo>
                  <a:cubicBezTo>
                    <a:pt x="7112508" y="3787903"/>
                    <a:pt x="7145401" y="3810000"/>
                    <a:pt x="7173595" y="3837941"/>
                  </a:cubicBezTo>
                  <a:cubicBezTo>
                    <a:pt x="7201916" y="3866007"/>
                    <a:pt x="7224141" y="3898647"/>
                    <a:pt x="7239635" y="3935095"/>
                  </a:cubicBezTo>
                  <a:cubicBezTo>
                    <a:pt x="7243445" y="3944112"/>
                    <a:pt x="7246747" y="3953256"/>
                    <a:pt x="7249668" y="3962400"/>
                  </a:cubicBezTo>
                  <a:lnTo>
                    <a:pt x="7249795" y="8710041"/>
                  </a:lnTo>
                  <a:lnTo>
                    <a:pt x="7249795" y="8710041"/>
                  </a:lnTo>
                  <a:close/>
                </a:path>
              </a:pathLst>
            </a:custGeom>
            <a:solidFill>
              <a:srgbClr val="171D4B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4302646" y="458089"/>
            <a:ext cx="3503814" cy="862814"/>
          </a:xfrm>
          <a:custGeom>
            <a:avLst/>
            <a:gdLst/>
            <a:ahLst/>
            <a:cxnLst/>
            <a:rect l="l" t="t" r="r" b="b"/>
            <a:pathLst>
              <a:path w="3503814" h="862814">
                <a:moveTo>
                  <a:pt x="0" y="0"/>
                </a:moveTo>
                <a:lnTo>
                  <a:pt x="3503814" y="0"/>
                </a:lnTo>
                <a:lnTo>
                  <a:pt x="3503814" y="862815"/>
                </a:lnTo>
                <a:lnTo>
                  <a:pt x="0" y="8628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413203" y="4833873"/>
            <a:ext cx="10179565" cy="495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sz="350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Stardew Valley es un videojuego de granga enfocado en gameplay rejado y optimizacion de recursos con varias mecanicas como la pesca, conocer a aldeanos, agricultura y demas.</a:t>
            </a:r>
          </a:p>
          <a:p>
            <a:pPr algn="l">
              <a:lnSpc>
                <a:spcPts val="5612"/>
              </a:lnSpc>
            </a:pPr>
            <a:r>
              <a:rPr lang="en-US" sz="350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todo esto se tiene se gestionar bajo algunas variantes, como clima, temporada, energia y hora.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13203" y="2621135"/>
            <a:ext cx="9422461" cy="252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72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CONTEXTO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3372" y="-252105"/>
            <a:ext cx="11932285" cy="1280805"/>
            <a:chOff x="0" y="0"/>
            <a:chExt cx="3142660" cy="3373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42660" cy="337331"/>
            </a:xfrm>
            <a:custGeom>
              <a:avLst/>
              <a:gdLst/>
              <a:ahLst/>
              <a:cxnLst/>
              <a:rect l="l" t="t" r="r" b="b"/>
              <a:pathLst>
                <a:path w="3142660" h="337331">
                  <a:moveTo>
                    <a:pt x="0" y="0"/>
                  </a:moveTo>
                  <a:lnTo>
                    <a:pt x="3142660" y="0"/>
                  </a:lnTo>
                  <a:lnTo>
                    <a:pt x="3142660" y="337331"/>
                  </a:lnTo>
                  <a:lnTo>
                    <a:pt x="0" y="337331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42660" cy="375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688913" y="-252105"/>
            <a:ext cx="6896542" cy="1280805"/>
            <a:chOff x="0" y="0"/>
            <a:chExt cx="1816373" cy="3373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6373" cy="337331"/>
            </a:xfrm>
            <a:custGeom>
              <a:avLst/>
              <a:gdLst/>
              <a:ahLst/>
              <a:cxnLst/>
              <a:rect l="l" t="t" r="r" b="b"/>
              <a:pathLst>
                <a:path w="1816373" h="337331">
                  <a:moveTo>
                    <a:pt x="0" y="0"/>
                  </a:moveTo>
                  <a:lnTo>
                    <a:pt x="1816373" y="0"/>
                  </a:lnTo>
                  <a:lnTo>
                    <a:pt x="1816373" y="337331"/>
                  </a:lnTo>
                  <a:lnTo>
                    <a:pt x="0" y="337331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16373" cy="375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901554" y="1889024"/>
            <a:ext cx="8386446" cy="11033107"/>
            <a:chOff x="0" y="0"/>
            <a:chExt cx="6665341" cy="8768842"/>
          </a:xfrm>
        </p:grpSpPr>
        <p:sp>
          <p:nvSpPr>
            <p:cNvPr id="9" name="Freeform 9"/>
            <p:cNvSpPr/>
            <p:nvPr/>
          </p:nvSpPr>
          <p:spPr>
            <a:xfrm>
              <a:off x="652633" y="402042"/>
              <a:ext cx="5359949" cy="7964758"/>
            </a:xfrm>
            <a:custGeom>
              <a:avLst/>
              <a:gdLst/>
              <a:ahLst/>
              <a:cxnLst/>
              <a:rect l="l" t="t" r="r" b="b"/>
              <a:pathLst>
                <a:path w="5359949" h="7964758">
                  <a:moveTo>
                    <a:pt x="2679974" y="40"/>
                  </a:moveTo>
                  <a:cubicBezTo>
                    <a:pt x="1723941" y="-6342"/>
                    <a:pt x="838696" y="751289"/>
                    <a:pt x="359441" y="1986051"/>
                  </a:cubicBezTo>
                  <a:cubicBezTo>
                    <a:pt x="-119814" y="3220812"/>
                    <a:pt x="-119814" y="4743946"/>
                    <a:pt x="359441" y="5978707"/>
                  </a:cubicBezTo>
                  <a:cubicBezTo>
                    <a:pt x="838696" y="7213469"/>
                    <a:pt x="1723941" y="7971100"/>
                    <a:pt x="2679974" y="7964718"/>
                  </a:cubicBezTo>
                  <a:cubicBezTo>
                    <a:pt x="3636007" y="7971100"/>
                    <a:pt x="4521252" y="7213469"/>
                    <a:pt x="5000507" y="5978707"/>
                  </a:cubicBezTo>
                  <a:cubicBezTo>
                    <a:pt x="5479762" y="4743946"/>
                    <a:pt x="5479762" y="3220812"/>
                    <a:pt x="5000507" y="1986051"/>
                  </a:cubicBezTo>
                  <a:cubicBezTo>
                    <a:pt x="4521252" y="751289"/>
                    <a:pt x="3636007" y="-6342"/>
                    <a:pt x="2679974" y="40"/>
                  </a:cubicBezTo>
                  <a:close/>
                </a:path>
              </a:pathLst>
            </a:custGeom>
            <a:blipFill>
              <a:blip r:embed="rId2"/>
              <a:stretch>
                <a:fillRect l="-41443" r="-41443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74066" y="11557"/>
              <a:ext cx="6117082" cy="8745601"/>
            </a:xfrm>
            <a:custGeom>
              <a:avLst/>
              <a:gdLst/>
              <a:ahLst/>
              <a:cxnLst/>
              <a:rect l="l" t="t" r="r" b="b"/>
              <a:pathLst>
                <a:path w="6117082" h="8745601">
                  <a:moveTo>
                    <a:pt x="5630672" y="1993392"/>
                  </a:moveTo>
                  <a:cubicBezTo>
                    <a:pt x="5626989" y="1895348"/>
                    <a:pt x="5656072" y="1784604"/>
                    <a:pt x="5773039" y="1703070"/>
                  </a:cubicBezTo>
                  <a:cubicBezTo>
                    <a:pt x="5638038" y="1748282"/>
                    <a:pt x="5531866" y="1705610"/>
                    <a:pt x="5455412" y="1644142"/>
                  </a:cubicBezTo>
                  <a:cubicBezTo>
                    <a:pt x="5396992" y="1539113"/>
                    <a:pt x="5335143" y="1437386"/>
                    <a:pt x="5269611" y="1339596"/>
                  </a:cubicBezTo>
                  <a:cubicBezTo>
                    <a:pt x="4994021" y="928243"/>
                    <a:pt x="4669663" y="603123"/>
                    <a:pt x="4305554" y="373253"/>
                  </a:cubicBezTo>
                  <a:cubicBezTo>
                    <a:pt x="3913251" y="125603"/>
                    <a:pt x="3493770" y="0"/>
                    <a:pt x="3058541" y="0"/>
                  </a:cubicBezTo>
                  <a:cubicBezTo>
                    <a:pt x="2623439" y="0"/>
                    <a:pt x="2203831" y="125603"/>
                    <a:pt x="1811528" y="373253"/>
                  </a:cubicBezTo>
                  <a:cubicBezTo>
                    <a:pt x="1447419" y="603123"/>
                    <a:pt x="1123061" y="928243"/>
                    <a:pt x="847471" y="1339596"/>
                  </a:cubicBezTo>
                  <a:cubicBezTo>
                    <a:pt x="300990" y="2155317"/>
                    <a:pt x="0" y="3232531"/>
                    <a:pt x="0" y="4372864"/>
                  </a:cubicBezTo>
                  <a:cubicBezTo>
                    <a:pt x="0" y="5229860"/>
                    <a:pt x="170053" y="6051169"/>
                    <a:pt x="486537" y="6752590"/>
                  </a:cubicBezTo>
                  <a:cubicBezTo>
                    <a:pt x="490093" y="6850633"/>
                    <a:pt x="460883" y="6961124"/>
                    <a:pt x="344043" y="7042404"/>
                  </a:cubicBezTo>
                  <a:cubicBezTo>
                    <a:pt x="479044" y="6997319"/>
                    <a:pt x="585216" y="7039991"/>
                    <a:pt x="661670" y="7101459"/>
                  </a:cubicBezTo>
                  <a:cubicBezTo>
                    <a:pt x="720090" y="7206488"/>
                    <a:pt x="781939" y="7308216"/>
                    <a:pt x="847471" y="7406005"/>
                  </a:cubicBezTo>
                  <a:cubicBezTo>
                    <a:pt x="1123061" y="7817358"/>
                    <a:pt x="1447419" y="8142478"/>
                    <a:pt x="1811528" y="8372348"/>
                  </a:cubicBezTo>
                  <a:cubicBezTo>
                    <a:pt x="2203831" y="8619998"/>
                    <a:pt x="2623312" y="8745601"/>
                    <a:pt x="3058541" y="8745601"/>
                  </a:cubicBezTo>
                  <a:cubicBezTo>
                    <a:pt x="3493770" y="8745601"/>
                    <a:pt x="3913251" y="8619998"/>
                    <a:pt x="4305554" y="8372348"/>
                  </a:cubicBezTo>
                  <a:cubicBezTo>
                    <a:pt x="4669663" y="8142479"/>
                    <a:pt x="4994021" y="7817358"/>
                    <a:pt x="5269611" y="7406006"/>
                  </a:cubicBezTo>
                  <a:cubicBezTo>
                    <a:pt x="5816092" y="6590285"/>
                    <a:pt x="6117082" y="5513071"/>
                    <a:pt x="6117082" y="4372738"/>
                  </a:cubicBezTo>
                  <a:cubicBezTo>
                    <a:pt x="6117082" y="3515995"/>
                    <a:pt x="5947156" y="2694813"/>
                    <a:pt x="5630672" y="1993392"/>
                  </a:cubicBezTo>
                  <a:close/>
                  <a:moveTo>
                    <a:pt x="5253736" y="7395464"/>
                  </a:moveTo>
                  <a:cubicBezTo>
                    <a:pt x="4979670" y="7804531"/>
                    <a:pt x="4657217" y="8127873"/>
                    <a:pt x="4295394" y="8356219"/>
                  </a:cubicBezTo>
                  <a:cubicBezTo>
                    <a:pt x="3906139" y="8601964"/>
                    <a:pt x="3490087" y="8726551"/>
                    <a:pt x="3058541" y="8726551"/>
                  </a:cubicBezTo>
                  <a:cubicBezTo>
                    <a:pt x="2626995" y="8726551"/>
                    <a:pt x="2210944" y="8601964"/>
                    <a:pt x="1821688" y="8356219"/>
                  </a:cubicBezTo>
                  <a:cubicBezTo>
                    <a:pt x="1459865" y="8127746"/>
                    <a:pt x="1137412" y="7804531"/>
                    <a:pt x="863346" y="7395464"/>
                  </a:cubicBezTo>
                  <a:cubicBezTo>
                    <a:pt x="798957" y="7299325"/>
                    <a:pt x="738124" y="7199376"/>
                    <a:pt x="680593" y="7096252"/>
                  </a:cubicBezTo>
                  <a:cubicBezTo>
                    <a:pt x="676021" y="6997192"/>
                    <a:pt x="704342" y="6884543"/>
                    <a:pt x="822960" y="6802120"/>
                  </a:cubicBezTo>
                  <a:cubicBezTo>
                    <a:pt x="685927" y="6847967"/>
                    <a:pt x="578485" y="6803263"/>
                    <a:pt x="501777" y="6740271"/>
                  </a:cubicBezTo>
                  <a:cubicBezTo>
                    <a:pt x="187706" y="6042279"/>
                    <a:pt x="19050" y="5225288"/>
                    <a:pt x="19050" y="4372864"/>
                  </a:cubicBezTo>
                  <a:cubicBezTo>
                    <a:pt x="19050" y="3236341"/>
                    <a:pt x="318897" y="2162810"/>
                    <a:pt x="863347" y="1350137"/>
                  </a:cubicBezTo>
                  <a:cubicBezTo>
                    <a:pt x="1137413" y="941070"/>
                    <a:pt x="1459866" y="617728"/>
                    <a:pt x="1821689" y="389382"/>
                  </a:cubicBezTo>
                  <a:cubicBezTo>
                    <a:pt x="2210944" y="143637"/>
                    <a:pt x="2626996" y="19050"/>
                    <a:pt x="3058541" y="19050"/>
                  </a:cubicBezTo>
                  <a:cubicBezTo>
                    <a:pt x="3490087" y="19050"/>
                    <a:pt x="3906139" y="143637"/>
                    <a:pt x="4295395" y="389382"/>
                  </a:cubicBezTo>
                  <a:cubicBezTo>
                    <a:pt x="4657217" y="617855"/>
                    <a:pt x="4979671" y="941070"/>
                    <a:pt x="5253737" y="1350137"/>
                  </a:cubicBezTo>
                  <a:cubicBezTo>
                    <a:pt x="5318126" y="1446276"/>
                    <a:pt x="5379085" y="1546225"/>
                    <a:pt x="5436490" y="1649349"/>
                  </a:cubicBezTo>
                  <a:cubicBezTo>
                    <a:pt x="5441062" y="1748409"/>
                    <a:pt x="5412741" y="1861058"/>
                    <a:pt x="5294250" y="1943608"/>
                  </a:cubicBezTo>
                  <a:cubicBezTo>
                    <a:pt x="5431156" y="1897888"/>
                    <a:pt x="5538471" y="1942338"/>
                    <a:pt x="5615178" y="2005203"/>
                  </a:cubicBezTo>
                  <a:cubicBezTo>
                    <a:pt x="5929250" y="2703322"/>
                    <a:pt x="6098032" y="3520440"/>
                    <a:pt x="6098032" y="4372991"/>
                  </a:cubicBezTo>
                  <a:cubicBezTo>
                    <a:pt x="6098032" y="5509387"/>
                    <a:pt x="5798185" y="6582918"/>
                    <a:pt x="5253736" y="7395464"/>
                  </a:cubicBezTo>
                  <a:close/>
                  <a:moveTo>
                    <a:pt x="4953000" y="1551686"/>
                  </a:moveTo>
                  <a:cubicBezTo>
                    <a:pt x="4447286" y="796798"/>
                    <a:pt x="3774440" y="381127"/>
                    <a:pt x="3058541" y="381127"/>
                  </a:cubicBezTo>
                  <a:cubicBezTo>
                    <a:pt x="2342642" y="381127"/>
                    <a:pt x="1669796" y="796798"/>
                    <a:pt x="1164082" y="1551686"/>
                  </a:cubicBezTo>
                  <a:cubicBezTo>
                    <a:pt x="659130" y="2305431"/>
                    <a:pt x="381000" y="3307334"/>
                    <a:pt x="381000" y="4372864"/>
                  </a:cubicBezTo>
                  <a:cubicBezTo>
                    <a:pt x="381000" y="5438394"/>
                    <a:pt x="659130" y="6440296"/>
                    <a:pt x="1164082" y="7194042"/>
                  </a:cubicBezTo>
                  <a:cubicBezTo>
                    <a:pt x="1669796" y="7948930"/>
                    <a:pt x="2342642" y="8364601"/>
                    <a:pt x="3058541" y="8364601"/>
                  </a:cubicBezTo>
                  <a:cubicBezTo>
                    <a:pt x="3774440" y="8364601"/>
                    <a:pt x="4447286" y="7948930"/>
                    <a:pt x="4952999" y="7194042"/>
                  </a:cubicBezTo>
                  <a:cubicBezTo>
                    <a:pt x="5457952" y="6440297"/>
                    <a:pt x="5736081" y="5438394"/>
                    <a:pt x="5736081" y="4372864"/>
                  </a:cubicBezTo>
                  <a:cubicBezTo>
                    <a:pt x="5736082" y="3307334"/>
                    <a:pt x="5457952" y="2305431"/>
                    <a:pt x="4953000" y="1551686"/>
                  </a:cubicBezTo>
                  <a:close/>
                  <a:moveTo>
                    <a:pt x="4937252" y="7183501"/>
                  </a:moveTo>
                  <a:cubicBezTo>
                    <a:pt x="4435221" y="7932928"/>
                    <a:pt x="3767963" y="8345678"/>
                    <a:pt x="3058668" y="8345678"/>
                  </a:cubicBezTo>
                  <a:cubicBezTo>
                    <a:pt x="2349246" y="8345678"/>
                    <a:pt x="1682115" y="7932928"/>
                    <a:pt x="1180084" y="7183501"/>
                  </a:cubicBezTo>
                  <a:cubicBezTo>
                    <a:pt x="677164" y="6432931"/>
                    <a:pt x="400304" y="5434711"/>
                    <a:pt x="400304" y="4372864"/>
                  </a:cubicBezTo>
                  <a:cubicBezTo>
                    <a:pt x="400304" y="3311017"/>
                    <a:pt x="677291" y="2312797"/>
                    <a:pt x="1180084" y="1562227"/>
                  </a:cubicBezTo>
                  <a:cubicBezTo>
                    <a:pt x="1682242" y="812800"/>
                    <a:pt x="2349373" y="400050"/>
                    <a:pt x="3058668" y="400050"/>
                  </a:cubicBezTo>
                  <a:cubicBezTo>
                    <a:pt x="3768090" y="400050"/>
                    <a:pt x="4435221" y="812800"/>
                    <a:pt x="4937252" y="1562227"/>
                  </a:cubicBezTo>
                  <a:cubicBezTo>
                    <a:pt x="5440172" y="2312797"/>
                    <a:pt x="5717031" y="3311017"/>
                    <a:pt x="5717031" y="4372864"/>
                  </a:cubicBezTo>
                  <a:cubicBezTo>
                    <a:pt x="5717032" y="5434711"/>
                    <a:pt x="5440045" y="6432804"/>
                    <a:pt x="4937252" y="7183501"/>
                  </a:cubicBezTo>
                  <a:close/>
                </a:path>
              </a:pathLst>
            </a:custGeom>
            <a:solidFill>
              <a:srgbClr val="171D4B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537872" y="4991100"/>
            <a:ext cx="9202799" cy="4412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2"/>
              </a:lnSpc>
            </a:pPr>
            <a:r>
              <a:rPr lang="en-US" sz="365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Crear una APP movil en donde los jugadores puedan hacer los calculos de ganancia y energia para poder optimizar sus partidas sin perder la libertad.</a:t>
            </a:r>
          </a:p>
          <a:p>
            <a:pPr algn="l">
              <a:lnSpc>
                <a:spcPts val="5842"/>
              </a:lnSpc>
            </a:pPr>
            <a:r>
              <a:rPr lang="en-US" sz="365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Moviendo parametros y enfocandose en las areas que mas disfruten.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7872" y="2658918"/>
            <a:ext cx="6937735" cy="252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72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PROPUESTA</a:t>
            </a:r>
          </a:p>
        </p:txBody>
      </p:sp>
      <p:sp>
        <p:nvSpPr>
          <p:cNvPr id="13" name="Freeform 13"/>
          <p:cNvSpPr/>
          <p:nvPr/>
        </p:nvSpPr>
        <p:spPr>
          <a:xfrm>
            <a:off x="537872" y="1889024"/>
            <a:ext cx="3503814" cy="862814"/>
          </a:xfrm>
          <a:custGeom>
            <a:avLst/>
            <a:gdLst/>
            <a:ahLst/>
            <a:cxnLst/>
            <a:rect l="l" t="t" r="r" b="b"/>
            <a:pathLst>
              <a:path w="3503814" h="862814">
                <a:moveTo>
                  <a:pt x="0" y="0"/>
                </a:moveTo>
                <a:lnTo>
                  <a:pt x="3503814" y="0"/>
                </a:lnTo>
                <a:lnTo>
                  <a:pt x="3503814" y="862814"/>
                </a:lnTo>
                <a:lnTo>
                  <a:pt x="0" y="862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6472" y="1587669"/>
            <a:ext cx="16232828" cy="261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04"/>
              </a:lnSpc>
            </a:pPr>
            <a:r>
              <a:rPr lang="en-US" sz="15217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OBJETIVOS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49275" y="5143500"/>
            <a:ext cx="4813009" cy="5440955"/>
            <a:chOff x="0" y="0"/>
            <a:chExt cx="1267624" cy="14330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7624" cy="1433009"/>
            </a:xfrm>
            <a:custGeom>
              <a:avLst/>
              <a:gdLst/>
              <a:ahLst/>
              <a:cxnLst/>
              <a:rect l="l" t="t" r="r" b="b"/>
              <a:pathLst>
                <a:path w="1267624" h="1433009">
                  <a:moveTo>
                    <a:pt x="0" y="0"/>
                  </a:moveTo>
                  <a:lnTo>
                    <a:pt x="1267624" y="0"/>
                  </a:lnTo>
                  <a:lnTo>
                    <a:pt x="1267624" y="1433009"/>
                  </a:lnTo>
                  <a:lnTo>
                    <a:pt x="0" y="1433009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67624" cy="147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36382" y="5143500"/>
            <a:ext cx="4813009" cy="5440955"/>
            <a:chOff x="0" y="0"/>
            <a:chExt cx="1267624" cy="14330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7624" cy="1433009"/>
            </a:xfrm>
            <a:custGeom>
              <a:avLst/>
              <a:gdLst/>
              <a:ahLst/>
              <a:cxnLst/>
              <a:rect l="l" t="t" r="r" b="b"/>
              <a:pathLst>
                <a:path w="1267624" h="1433009">
                  <a:moveTo>
                    <a:pt x="0" y="0"/>
                  </a:moveTo>
                  <a:lnTo>
                    <a:pt x="1267624" y="0"/>
                  </a:lnTo>
                  <a:lnTo>
                    <a:pt x="1267624" y="1433009"/>
                  </a:lnTo>
                  <a:lnTo>
                    <a:pt x="0" y="1433009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67624" cy="147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625716" y="5143500"/>
            <a:ext cx="4813009" cy="5440955"/>
            <a:chOff x="0" y="0"/>
            <a:chExt cx="1267624" cy="14330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7624" cy="1433009"/>
            </a:xfrm>
            <a:custGeom>
              <a:avLst/>
              <a:gdLst/>
              <a:ahLst/>
              <a:cxnLst/>
              <a:rect l="l" t="t" r="r" b="b"/>
              <a:pathLst>
                <a:path w="1267624" h="1433009">
                  <a:moveTo>
                    <a:pt x="0" y="0"/>
                  </a:moveTo>
                  <a:lnTo>
                    <a:pt x="1267624" y="0"/>
                  </a:lnTo>
                  <a:lnTo>
                    <a:pt x="1267624" y="1433009"/>
                  </a:lnTo>
                  <a:lnTo>
                    <a:pt x="0" y="1433009"/>
                  </a:lnTo>
                  <a:close/>
                </a:path>
              </a:pathLst>
            </a:custGeom>
            <a:solidFill>
              <a:srgbClr val="00803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67624" cy="147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2653652" y="7258380"/>
            <a:ext cx="1204254" cy="0"/>
          </a:xfrm>
          <a:prstGeom prst="line">
            <a:avLst/>
          </a:prstGeom>
          <a:ln w="28575" cap="flat">
            <a:solidFill>
              <a:srgbClr val="FFFCF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8630472" y="7258380"/>
            <a:ext cx="1204254" cy="0"/>
          </a:xfrm>
          <a:prstGeom prst="line">
            <a:avLst/>
          </a:prstGeom>
          <a:ln w="28575" cap="flat">
            <a:solidFill>
              <a:srgbClr val="FFFCF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4430094" y="7258380"/>
            <a:ext cx="1204254" cy="0"/>
          </a:xfrm>
          <a:prstGeom prst="line">
            <a:avLst/>
          </a:prstGeom>
          <a:ln w="28575" cap="flat">
            <a:solidFill>
              <a:srgbClr val="FFFCF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938987" y="6698464"/>
            <a:ext cx="4633584" cy="55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4149">
                <a:solidFill>
                  <a:srgbClr val="F8F5E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APP MOVIL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15807" y="6698464"/>
            <a:ext cx="4633584" cy="55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4149">
                <a:solidFill>
                  <a:srgbClr val="F8F5E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JUGABILIDAD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15429" y="6705296"/>
            <a:ext cx="4633584" cy="55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4149">
                <a:solidFill>
                  <a:srgbClr val="FFFCF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BBDD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760465" y="981075"/>
            <a:ext cx="894426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 rot="-5400000">
            <a:off x="1071721" y="4579143"/>
            <a:ext cx="164549" cy="609441"/>
          </a:xfrm>
          <a:custGeom>
            <a:avLst/>
            <a:gdLst/>
            <a:ahLst/>
            <a:cxnLst/>
            <a:rect l="l" t="t" r="r" b="b"/>
            <a:pathLst>
              <a:path w="164549" h="609441">
                <a:moveTo>
                  <a:pt x="0" y="0"/>
                </a:moveTo>
                <a:lnTo>
                  <a:pt x="164549" y="0"/>
                </a:lnTo>
                <a:lnTo>
                  <a:pt x="164549" y="609441"/>
                </a:lnTo>
                <a:lnTo>
                  <a:pt x="0" y="60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5400000">
            <a:off x="6958827" y="4579143"/>
            <a:ext cx="164549" cy="609441"/>
          </a:xfrm>
          <a:custGeom>
            <a:avLst/>
            <a:gdLst/>
            <a:ahLst/>
            <a:cxnLst/>
            <a:rect l="l" t="t" r="r" b="b"/>
            <a:pathLst>
              <a:path w="164549" h="609441">
                <a:moveTo>
                  <a:pt x="0" y="0"/>
                </a:moveTo>
                <a:lnTo>
                  <a:pt x="164549" y="0"/>
                </a:lnTo>
                <a:lnTo>
                  <a:pt x="164549" y="609441"/>
                </a:lnTo>
                <a:lnTo>
                  <a:pt x="0" y="60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-5400000">
            <a:off x="12848162" y="4579143"/>
            <a:ext cx="164549" cy="609441"/>
          </a:xfrm>
          <a:custGeom>
            <a:avLst/>
            <a:gdLst/>
            <a:ahLst/>
            <a:cxnLst/>
            <a:rect l="l" t="t" r="r" b="b"/>
            <a:pathLst>
              <a:path w="164549" h="609441">
                <a:moveTo>
                  <a:pt x="0" y="0"/>
                </a:moveTo>
                <a:lnTo>
                  <a:pt x="164549" y="0"/>
                </a:lnTo>
                <a:lnTo>
                  <a:pt x="164549" y="609441"/>
                </a:lnTo>
                <a:lnTo>
                  <a:pt x="0" y="60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458715" y="7735150"/>
            <a:ext cx="3594128" cy="133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8F5E6"/>
                </a:solidFill>
                <a:latin typeface="Raleway"/>
                <a:ea typeface="Raleway"/>
                <a:cs typeface="Raleway"/>
                <a:sym typeface="Raleway"/>
              </a:rPr>
              <a:t>crear una app intuitiva facil de usar que puedan tener en el telefono para usar como soporte en sus partidas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80972" y="7901837"/>
            <a:ext cx="3923828" cy="999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8F5E6"/>
                </a:solidFill>
                <a:latin typeface="Raleway"/>
                <a:ea typeface="Raleway"/>
                <a:cs typeface="Raleway"/>
                <a:sym typeface="Raleway"/>
              </a:rPr>
              <a:t>mejorar la experiencia de juego de los usuarios enfocandonos en facilitar la toma de deciciones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83394" y="7735150"/>
            <a:ext cx="3697654" cy="133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8F5E6"/>
                </a:solidFill>
                <a:latin typeface="Raleway"/>
                <a:ea typeface="Raleway"/>
                <a:cs typeface="Raleway"/>
                <a:sym typeface="Raleway"/>
              </a:rPr>
              <a:t>utulizar una BBDD con las datos del juego y relizar calculos internos para poder ser fiel al videojuego y sus funciones</a:t>
            </a:r>
          </a:p>
        </p:txBody>
      </p:sp>
      <p:sp>
        <p:nvSpPr>
          <p:cNvPr id="25" name="Freeform 25"/>
          <p:cNvSpPr/>
          <p:nvPr/>
        </p:nvSpPr>
        <p:spPr>
          <a:xfrm>
            <a:off x="938987" y="165886"/>
            <a:ext cx="3503814" cy="862814"/>
          </a:xfrm>
          <a:custGeom>
            <a:avLst/>
            <a:gdLst/>
            <a:ahLst/>
            <a:cxnLst/>
            <a:rect l="l" t="t" r="r" b="b"/>
            <a:pathLst>
              <a:path w="3503814" h="862814">
                <a:moveTo>
                  <a:pt x="0" y="0"/>
                </a:moveTo>
                <a:lnTo>
                  <a:pt x="3503815" y="0"/>
                </a:lnTo>
                <a:lnTo>
                  <a:pt x="3503815" y="862814"/>
                </a:lnTo>
                <a:lnTo>
                  <a:pt x="0" y="862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2870" y="-347743"/>
            <a:ext cx="1741996" cy="10982486"/>
            <a:chOff x="0" y="0"/>
            <a:chExt cx="458797" cy="28925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8797" cy="2892507"/>
            </a:xfrm>
            <a:custGeom>
              <a:avLst/>
              <a:gdLst/>
              <a:ahLst/>
              <a:cxnLst/>
              <a:rect l="l" t="t" r="r" b="b"/>
              <a:pathLst>
                <a:path w="458797" h="289250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676795" y="2424868"/>
            <a:ext cx="10161761" cy="7543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1"/>
              </a:lnSpc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usaran las herramientas de</a:t>
            </a:r>
          </a:p>
          <a:p>
            <a:pPr marL="897601" lvl="1" indent="-448800" algn="l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Android studio</a:t>
            </a:r>
          </a:p>
          <a:p>
            <a:pPr marL="897601" lvl="1" indent="-448800" algn="l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visual studio code</a:t>
            </a:r>
          </a:p>
          <a:p>
            <a:pPr marL="897601" lvl="1" indent="-448800" algn="l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java</a:t>
            </a:r>
          </a:p>
          <a:p>
            <a:pPr marL="897601" lvl="1" indent="-448800" algn="l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klotin</a:t>
            </a:r>
          </a:p>
          <a:p>
            <a:pPr marL="897601" lvl="1" indent="-448800" algn="l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django</a:t>
            </a:r>
          </a:p>
          <a:p>
            <a:pPr marL="897601" lvl="1" indent="-448800" algn="l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figma</a:t>
            </a:r>
          </a:p>
          <a:p>
            <a:pPr marL="897601" lvl="1" indent="-448800" algn="l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jira</a:t>
            </a:r>
          </a:p>
          <a:p>
            <a:pPr marL="897601" lvl="1" indent="-448800" algn="l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javaScipt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76795" y="338123"/>
            <a:ext cx="13728717" cy="224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32"/>
              </a:lnSpc>
            </a:pPr>
            <a:r>
              <a:rPr lang="en-US" sz="130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METODOLOGIA</a:t>
            </a:r>
          </a:p>
        </p:txBody>
      </p:sp>
      <p:sp>
        <p:nvSpPr>
          <p:cNvPr id="7" name="Freeform 7"/>
          <p:cNvSpPr/>
          <p:nvPr/>
        </p:nvSpPr>
        <p:spPr>
          <a:xfrm>
            <a:off x="13755486" y="163891"/>
            <a:ext cx="3503814" cy="862814"/>
          </a:xfrm>
          <a:custGeom>
            <a:avLst/>
            <a:gdLst/>
            <a:ahLst/>
            <a:cxnLst/>
            <a:rect l="l" t="t" r="r" b="b"/>
            <a:pathLst>
              <a:path w="3503814" h="862814">
                <a:moveTo>
                  <a:pt x="0" y="0"/>
                </a:moveTo>
                <a:lnTo>
                  <a:pt x="3503814" y="0"/>
                </a:lnTo>
                <a:lnTo>
                  <a:pt x="3503814" y="862815"/>
                </a:lnTo>
                <a:lnTo>
                  <a:pt x="0" y="862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2870" y="-347743"/>
            <a:ext cx="1741996" cy="10982486"/>
            <a:chOff x="0" y="0"/>
            <a:chExt cx="458797" cy="28925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8797" cy="2892507"/>
            </a:xfrm>
            <a:custGeom>
              <a:avLst/>
              <a:gdLst/>
              <a:ahLst/>
              <a:cxnLst/>
              <a:rect l="l" t="t" r="r" b="b"/>
              <a:pathLst>
                <a:path w="458797" h="289250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37624" y="168523"/>
            <a:ext cx="12623075" cy="9949953"/>
          </a:xfrm>
          <a:custGeom>
            <a:avLst/>
            <a:gdLst/>
            <a:ahLst/>
            <a:cxnLst/>
            <a:rect l="l" t="t" r="r" b="b"/>
            <a:pathLst>
              <a:path w="12623075" h="9949953">
                <a:moveTo>
                  <a:pt x="0" y="0"/>
                </a:moveTo>
                <a:lnTo>
                  <a:pt x="12623075" y="0"/>
                </a:lnTo>
                <a:lnTo>
                  <a:pt x="12623075" y="9949954"/>
                </a:lnTo>
                <a:lnTo>
                  <a:pt x="0" y="994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683367" y="210255"/>
            <a:ext cx="3323634" cy="818445"/>
          </a:xfrm>
          <a:custGeom>
            <a:avLst/>
            <a:gdLst/>
            <a:ahLst/>
            <a:cxnLst/>
            <a:rect l="l" t="t" r="r" b="b"/>
            <a:pathLst>
              <a:path w="3323634" h="818445">
                <a:moveTo>
                  <a:pt x="0" y="0"/>
                </a:moveTo>
                <a:lnTo>
                  <a:pt x="3323634" y="0"/>
                </a:lnTo>
                <a:lnTo>
                  <a:pt x="3323634" y="818445"/>
                </a:lnTo>
                <a:lnTo>
                  <a:pt x="0" y="818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683367" y="1129610"/>
            <a:ext cx="5660993" cy="93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39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ARQUITECTURA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2870" y="-347743"/>
            <a:ext cx="1741996" cy="10982486"/>
            <a:chOff x="0" y="0"/>
            <a:chExt cx="458797" cy="28925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8797" cy="2892507"/>
            </a:xfrm>
            <a:custGeom>
              <a:avLst/>
              <a:gdLst/>
              <a:ahLst/>
              <a:cxnLst/>
              <a:rect l="l" t="t" r="r" b="b"/>
              <a:pathLst>
                <a:path w="458797" h="289250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402957" y="191001"/>
            <a:ext cx="10356504" cy="9812787"/>
          </a:xfrm>
          <a:custGeom>
            <a:avLst/>
            <a:gdLst/>
            <a:ahLst/>
            <a:cxnLst/>
            <a:rect l="l" t="t" r="r" b="b"/>
            <a:pathLst>
              <a:path w="10356504" h="9812787">
                <a:moveTo>
                  <a:pt x="0" y="0"/>
                </a:moveTo>
                <a:lnTo>
                  <a:pt x="10356504" y="0"/>
                </a:lnTo>
                <a:lnTo>
                  <a:pt x="10356504" y="9812787"/>
                </a:lnTo>
                <a:lnTo>
                  <a:pt x="0" y="981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823279" y="771525"/>
            <a:ext cx="13728717" cy="224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32"/>
              </a:lnSpc>
            </a:pPr>
            <a:r>
              <a:rPr lang="en-US" sz="130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FIGMA</a:t>
            </a:r>
          </a:p>
        </p:txBody>
      </p:sp>
      <p:sp>
        <p:nvSpPr>
          <p:cNvPr id="7" name="Freeform 7"/>
          <p:cNvSpPr/>
          <p:nvPr/>
        </p:nvSpPr>
        <p:spPr>
          <a:xfrm>
            <a:off x="1823279" y="191001"/>
            <a:ext cx="3323634" cy="818445"/>
          </a:xfrm>
          <a:custGeom>
            <a:avLst/>
            <a:gdLst/>
            <a:ahLst/>
            <a:cxnLst/>
            <a:rect l="l" t="t" r="r" b="b"/>
            <a:pathLst>
              <a:path w="3323634" h="818445">
                <a:moveTo>
                  <a:pt x="0" y="0"/>
                </a:moveTo>
                <a:lnTo>
                  <a:pt x="3323633" y="0"/>
                </a:lnTo>
                <a:lnTo>
                  <a:pt x="3323633" y="818445"/>
                </a:lnTo>
                <a:lnTo>
                  <a:pt x="0" y="818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2870" y="-347743"/>
            <a:ext cx="1741996" cy="10982486"/>
            <a:chOff x="0" y="0"/>
            <a:chExt cx="458797" cy="28925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8797" cy="2892507"/>
            </a:xfrm>
            <a:custGeom>
              <a:avLst/>
              <a:gdLst/>
              <a:ahLst/>
              <a:cxnLst/>
              <a:rect l="l" t="t" r="r" b="b"/>
              <a:pathLst>
                <a:path w="458797" h="289250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040103" y="2391779"/>
            <a:ext cx="6343575" cy="7654389"/>
          </a:xfrm>
          <a:custGeom>
            <a:avLst/>
            <a:gdLst/>
            <a:ahLst/>
            <a:cxnLst/>
            <a:rect l="l" t="t" r="r" b="b"/>
            <a:pathLst>
              <a:path w="6343575" h="7654389">
                <a:moveTo>
                  <a:pt x="0" y="0"/>
                </a:moveTo>
                <a:lnTo>
                  <a:pt x="6343575" y="0"/>
                </a:lnTo>
                <a:lnTo>
                  <a:pt x="6343575" y="7654389"/>
                </a:lnTo>
                <a:lnTo>
                  <a:pt x="0" y="7654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541154" y="2586793"/>
            <a:ext cx="6424387" cy="7459375"/>
          </a:xfrm>
          <a:custGeom>
            <a:avLst/>
            <a:gdLst/>
            <a:ahLst/>
            <a:cxnLst/>
            <a:rect l="l" t="t" r="r" b="b"/>
            <a:pathLst>
              <a:path w="6424387" h="7459375">
                <a:moveTo>
                  <a:pt x="0" y="0"/>
                </a:moveTo>
                <a:lnTo>
                  <a:pt x="6424386" y="0"/>
                </a:lnTo>
                <a:lnTo>
                  <a:pt x="6424386" y="7459375"/>
                </a:lnTo>
                <a:lnTo>
                  <a:pt x="0" y="745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76795" y="338123"/>
            <a:ext cx="13728717" cy="224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32"/>
              </a:lnSpc>
            </a:pPr>
            <a:r>
              <a:rPr lang="en-US" sz="130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FIGMA</a:t>
            </a:r>
          </a:p>
        </p:txBody>
      </p:sp>
      <p:sp>
        <p:nvSpPr>
          <p:cNvPr id="8" name="Freeform 8"/>
          <p:cNvSpPr/>
          <p:nvPr/>
        </p:nvSpPr>
        <p:spPr>
          <a:xfrm>
            <a:off x="14303723" y="412404"/>
            <a:ext cx="3323634" cy="818445"/>
          </a:xfrm>
          <a:custGeom>
            <a:avLst/>
            <a:gdLst/>
            <a:ahLst/>
            <a:cxnLst/>
            <a:rect l="l" t="t" r="r" b="b"/>
            <a:pathLst>
              <a:path w="3323634" h="818445">
                <a:moveTo>
                  <a:pt x="0" y="0"/>
                </a:moveTo>
                <a:lnTo>
                  <a:pt x="3323634" y="0"/>
                </a:lnTo>
                <a:lnTo>
                  <a:pt x="3323634" y="818445"/>
                </a:lnTo>
                <a:lnTo>
                  <a:pt x="0" y="8184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2870" y="-347743"/>
            <a:ext cx="1741996" cy="10982486"/>
            <a:chOff x="0" y="0"/>
            <a:chExt cx="458797" cy="28925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8797" cy="2892507"/>
            </a:xfrm>
            <a:custGeom>
              <a:avLst/>
              <a:gdLst/>
              <a:ahLst/>
              <a:cxnLst/>
              <a:rect l="l" t="t" r="r" b="b"/>
              <a:pathLst>
                <a:path w="458797" h="289250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242278" y="1334747"/>
            <a:ext cx="13728717" cy="224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32"/>
              </a:lnSpc>
            </a:pPr>
            <a:r>
              <a:rPr lang="en-US" sz="130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FIGMA</a:t>
            </a:r>
          </a:p>
        </p:txBody>
      </p:sp>
      <p:sp>
        <p:nvSpPr>
          <p:cNvPr id="6" name="Freeform 6"/>
          <p:cNvSpPr/>
          <p:nvPr/>
        </p:nvSpPr>
        <p:spPr>
          <a:xfrm>
            <a:off x="7242278" y="619478"/>
            <a:ext cx="3323634" cy="818445"/>
          </a:xfrm>
          <a:custGeom>
            <a:avLst/>
            <a:gdLst/>
            <a:ahLst/>
            <a:cxnLst/>
            <a:rect l="l" t="t" r="r" b="b"/>
            <a:pathLst>
              <a:path w="3323634" h="818445">
                <a:moveTo>
                  <a:pt x="0" y="0"/>
                </a:moveTo>
                <a:lnTo>
                  <a:pt x="3323634" y="0"/>
                </a:lnTo>
                <a:lnTo>
                  <a:pt x="3323634" y="818444"/>
                </a:lnTo>
                <a:lnTo>
                  <a:pt x="0" y="818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070349" y="405831"/>
            <a:ext cx="4742756" cy="9654896"/>
          </a:xfrm>
          <a:custGeom>
            <a:avLst/>
            <a:gdLst/>
            <a:ahLst/>
            <a:cxnLst/>
            <a:rect l="l" t="t" r="r" b="b"/>
            <a:pathLst>
              <a:path w="4742756" h="9654896">
                <a:moveTo>
                  <a:pt x="0" y="0"/>
                </a:moveTo>
                <a:lnTo>
                  <a:pt x="4742756" y="0"/>
                </a:lnTo>
                <a:lnTo>
                  <a:pt x="4742756" y="9654896"/>
                </a:lnTo>
                <a:lnTo>
                  <a:pt x="0" y="9654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242278" y="3773040"/>
            <a:ext cx="10685838" cy="597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4"/>
              </a:lnSpc>
            </a:pPr>
            <a:r>
              <a:rPr lang="en-US" sz="42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Ejemplo con los elementos basicos.</a:t>
            </a:r>
          </a:p>
          <a:p>
            <a:pPr algn="l">
              <a:lnSpc>
                <a:spcPts val="6784"/>
              </a:lnSpc>
            </a:pPr>
            <a:r>
              <a:rPr lang="en-US" sz="42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app simula la compra de semillas, descuenta el desgaste de la barra de energía por el riego y genera un calendario móvil dinámico con las fechas exactas de siembra y cosecha para maximizar las ganancias.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189102" y="1353130"/>
            <a:ext cx="288473" cy="289783"/>
            <a:chOff x="0" y="0"/>
            <a:chExt cx="75976" cy="763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5976" cy="76321"/>
            </a:xfrm>
            <a:custGeom>
              <a:avLst/>
              <a:gdLst/>
              <a:ahLst/>
              <a:cxnLst/>
              <a:rect l="l" t="t" r="r" b="b"/>
              <a:pathLst>
                <a:path w="75976" h="76321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1A516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189102" y="4011906"/>
            <a:ext cx="288473" cy="289783"/>
            <a:chOff x="0" y="0"/>
            <a:chExt cx="75976" cy="763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5976" cy="76321"/>
            </a:xfrm>
            <a:custGeom>
              <a:avLst/>
              <a:gdLst/>
              <a:ahLst/>
              <a:cxnLst/>
              <a:rect l="l" t="t" r="r" b="b"/>
              <a:pathLst>
                <a:path w="75976" h="76321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00803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189102" y="6664609"/>
            <a:ext cx="288473" cy="289783"/>
            <a:chOff x="0" y="0"/>
            <a:chExt cx="75976" cy="763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5976" cy="76321"/>
            </a:xfrm>
            <a:custGeom>
              <a:avLst/>
              <a:gdLst/>
              <a:ahLst/>
              <a:cxnLst/>
              <a:rect l="l" t="t" r="r" b="b"/>
              <a:pathLst>
                <a:path w="75976" h="76321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72870" y="9258300"/>
            <a:ext cx="11961783" cy="1301699"/>
            <a:chOff x="0" y="0"/>
            <a:chExt cx="3150429" cy="3428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50429" cy="342834"/>
            </a:xfrm>
            <a:custGeom>
              <a:avLst/>
              <a:gdLst/>
              <a:ahLst/>
              <a:cxnLst/>
              <a:rect l="l" t="t" r="r" b="b"/>
              <a:pathLst>
                <a:path w="3150429" h="342834">
                  <a:moveTo>
                    <a:pt x="0" y="0"/>
                  </a:moveTo>
                  <a:lnTo>
                    <a:pt x="3150429" y="0"/>
                  </a:lnTo>
                  <a:lnTo>
                    <a:pt x="3150429" y="342834"/>
                  </a:lnTo>
                  <a:lnTo>
                    <a:pt x="0" y="342834"/>
                  </a:lnTo>
                  <a:close/>
                </a:path>
              </a:pathLst>
            </a:custGeom>
            <a:solidFill>
              <a:srgbClr val="1A516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150429" cy="380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5663" y="3714372"/>
            <a:ext cx="8115300" cy="350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24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RESULTADOS ESPERADOS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47451" y="1293195"/>
            <a:ext cx="3665784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RECURSOS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47451" y="3951971"/>
            <a:ext cx="4654331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GANANCIAS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47451" y="6604675"/>
            <a:ext cx="4361847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APP MOVIL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47451" y="1862984"/>
            <a:ext cx="5496789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espera un mejor uso de los recursos y tiempos del juego, disminuyendo los tiempos de espera o muertos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47451" y="4518777"/>
            <a:ext cx="5496789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espera que el jugador vea un retorno de la inversion o ganacia superor a otras partidad o una mejor toma de deciciones con respecto al uso del dinero en el juego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47451" y="7169825"/>
            <a:ext cx="5496789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Una app movil 100% funcional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688913" y="9258300"/>
            <a:ext cx="6894697" cy="1301699"/>
            <a:chOff x="0" y="0"/>
            <a:chExt cx="1815887" cy="3428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15887" cy="342834"/>
            </a:xfrm>
            <a:custGeom>
              <a:avLst/>
              <a:gdLst/>
              <a:ahLst/>
              <a:cxnLst/>
              <a:rect l="l" t="t" r="r" b="b"/>
              <a:pathLst>
                <a:path w="1815887" h="342834">
                  <a:moveTo>
                    <a:pt x="0" y="0"/>
                  </a:moveTo>
                  <a:lnTo>
                    <a:pt x="1815887" y="0"/>
                  </a:lnTo>
                  <a:lnTo>
                    <a:pt x="1815887" y="342834"/>
                  </a:lnTo>
                  <a:lnTo>
                    <a:pt x="0" y="342834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815887" cy="380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665663" y="1859733"/>
            <a:ext cx="4500416" cy="1108228"/>
          </a:xfrm>
          <a:custGeom>
            <a:avLst/>
            <a:gdLst/>
            <a:ahLst/>
            <a:cxnLst/>
            <a:rect l="l" t="t" r="r" b="b"/>
            <a:pathLst>
              <a:path w="4500416" h="1108228">
                <a:moveTo>
                  <a:pt x="0" y="0"/>
                </a:moveTo>
                <a:lnTo>
                  <a:pt x="4500416" y="0"/>
                </a:lnTo>
                <a:lnTo>
                  <a:pt x="4500416" y="1108227"/>
                </a:lnTo>
                <a:lnTo>
                  <a:pt x="0" y="110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38483" y="3739443"/>
            <a:ext cx="5411033" cy="252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2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GRACIAS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947610" y="-736084"/>
            <a:ext cx="2893876" cy="11759168"/>
            <a:chOff x="0" y="0"/>
            <a:chExt cx="762173" cy="30970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62173" cy="3097065"/>
            </a:xfrm>
            <a:custGeom>
              <a:avLst/>
              <a:gdLst/>
              <a:ahLst/>
              <a:cxnLst/>
              <a:rect l="l" t="t" r="r" b="b"/>
              <a:pathLst>
                <a:path w="762173" h="3097065">
                  <a:moveTo>
                    <a:pt x="0" y="0"/>
                  </a:moveTo>
                  <a:lnTo>
                    <a:pt x="762173" y="0"/>
                  </a:lnTo>
                  <a:lnTo>
                    <a:pt x="762173" y="3097065"/>
                  </a:lnTo>
                  <a:lnTo>
                    <a:pt x="0" y="3097065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62173" cy="3135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345138" y="-525469"/>
            <a:ext cx="2562910" cy="11337939"/>
            <a:chOff x="0" y="0"/>
            <a:chExt cx="675005" cy="29861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5005" cy="2986124"/>
            </a:xfrm>
            <a:custGeom>
              <a:avLst/>
              <a:gdLst/>
              <a:ahLst/>
              <a:cxnLst/>
              <a:rect l="l" t="t" r="r" b="b"/>
              <a:pathLst>
                <a:path w="675005" h="2986124">
                  <a:moveTo>
                    <a:pt x="0" y="0"/>
                  </a:moveTo>
                  <a:lnTo>
                    <a:pt x="675005" y="0"/>
                  </a:lnTo>
                  <a:lnTo>
                    <a:pt x="675005" y="2986124"/>
                  </a:lnTo>
                  <a:lnTo>
                    <a:pt x="0" y="2986124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75005" cy="3024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Personalizado</PresentationFormat>
  <Paragraphs>51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Raleway</vt:lpstr>
      <vt:lpstr>Bebas Neue</vt:lpstr>
      <vt:lpstr>Bebas Neue Cyrillic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Portafolio de titulo</dc:title>
  <cp:lastModifiedBy>AV-Alumno</cp:lastModifiedBy>
  <cp:revision>2</cp:revision>
  <dcterms:created xsi:type="dcterms:W3CDTF">2006-08-16T00:00:00Z</dcterms:created>
  <dcterms:modified xsi:type="dcterms:W3CDTF">2026-04-11T14:31:03Z</dcterms:modified>
  <dc:identifier>DAHFzcu51Sw</dc:identifier>
</cp:coreProperties>
</file>